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9E2A4-2A58-4497-A374-4B8ABFF151F0}" type="doc">
      <dgm:prSet loTypeId="urn:microsoft.com/office/officeart/2016/7/layout/RepeatingBendingProcessNew" loCatId="process" qsTypeId="urn:microsoft.com/office/officeart/2005/8/quickstyle/simple1#62" qsCatId="simple" csTypeId="urn:microsoft.com/office/officeart/2005/8/colors/accent1_2#50" csCatId="accent1"/>
      <dgm:spPr/>
      <dgm:t>
        <a:bodyPr/>
        <a:lstStyle/>
        <a:p>
          <a:endParaRPr lang="en-US"/>
        </a:p>
      </dgm:t>
    </dgm:pt>
    <dgm:pt modelId="{53069200-D41E-416A-B298-4BC7338CD356}">
      <dgm:prSet/>
      <dgm:spPr/>
      <dgm:t>
        <a:bodyPr/>
        <a:lstStyle/>
        <a:p>
          <a:r>
            <a:rPr lang="en-NL"/>
            <a:t>Current AI Environment Analysis </a:t>
          </a:r>
          <a:r>
            <a:rPr lang="en-US"/>
            <a:t> ( As it is situation )</a:t>
          </a:r>
        </a:p>
      </dgm:t>
    </dgm:pt>
    <dgm:pt modelId="{9287D48C-3E9F-42CD-A45A-B3FF7DEE2179}" type="parTrans" cxnId="{228D52DC-E4B0-4144-B130-053C4960DBFE}">
      <dgm:prSet/>
      <dgm:spPr/>
      <dgm:t>
        <a:bodyPr/>
        <a:lstStyle/>
        <a:p>
          <a:endParaRPr lang="en-US"/>
        </a:p>
      </dgm:t>
    </dgm:pt>
    <dgm:pt modelId="{214760E3-F071-4B8E-931C-E23A1E416555}" type="sibTrans" cxnId="{228D52DC-E4B0-4144-B130-053C4960DBFE}">
      <dgm:prSet/>
      <dgm:spPr/>
      <dgm:t>
        <a:bodyPr/>
        <a:lstStyle/>
        <a:p>
          <a:endParaRPr lang="en-US"/>
        </a:p>
      </dgm:t>
    </dgm:pt>
    <dgm:pt modelId="{AEDCD142-0D21-488F-B00D-F496ED51DDF0}">
      <dgm:prSet/>
      <dgm:spPr/>
      <dgm:t>
        <a:bodyPr/>
        <a:lstStyle/>
        <a:p>
          <a:r>
            <a:rPr lang="en-NL"/>
            <a:t>LLM &amp; Technology Research </a:t>
          </a:r>
          <a:r>
            <a:rPr lang="en-US"/>
            <a:t> </a:t>
          </a:r>
        </a:p>
      </dgm:t>
    </dgm:pt>
    <dgm:pt modelId="{D5D00369-009F-4793-9262-7C6332B99F96}" type="parTrans" cxnId="{29C32B32-204D-43C7-A77F-8CC29933A759}">
      <dgm:prSet/>
      <dgm:spPr/>
      <dgm:t>
        <a:bodyPr/>
        <a:lstStyle/>
        <a:p>
          <a:endParaRPr lang="en-US"/>
        </a:p>
      </dgm:t>
    </dgm:pt>
    <dgm:pt modelId="{5FA7E4C6-2985-4AA2-8AE7-3C6EF4BD1251}" type="sibTrans" cxnId="{29C32B32-204D-43C7-A77F-8CC29933A759}">
      <dgm:prSet/>
      <dgm:spPr/>
      <dgm:t>
        <a:bodyPr/>
        <a:lstStyle/>
        <a:p>
          <a:endParaRPr lang="en-US"/>
        </a:p>
      </dgm:t>
    </dgm:pt>
    <dgm:pt modelId="{90ECE528-9E7F-4959-B681-0760F6D47E85}">
      <dgm:prSet/>
      <dgm:spPr/>
      <dgm:t>
        <a:bodyPr/>
        <a:lstStyle/>
        <a:p>
          <a:r>
            <a:rPr lang="en-NL"/>
            <a:t>Benchmark &amp; Test Framework </a:t>
          </a:r>
          <a:endParaRPr lang="en-US"/>
        </a:p>
      </dgm:t>
    </dgm:pt>
    <dgm:pt modelId="{F23E77AD-8921-4617-BF28-667BC58073B2}" type="parTrans" cxnId="{11F96F76-4B17-451E-BDAF-FD797C079B19}">
      <dgm:prSet/>
      <dgm:spPr/>
      <dgm:t>
        <a:bodyPr/>
        <a:lstStyle/>
        <a:p>
          <a:endParaRPr lang="en-US"/>
        </a:p>
      </dgm:t>
    </dgm:pt>
    <dgm:pt modelId="{2450C814-EC99-45DB-8845-3D0257940D67}" type="sibTrans" cxnId="{11F96F76-4B17-451E-BDAF-FD797C079B19}">
      <dgm:prSet/>
      <dgm:spPr/>
      <dgm:t>
        <a:bodyPr/>
        <a:lstStyle/>
        <a:p>
          <a:endParaRPr lang="en-US"/>
        </a:p>
      </dgm:t>
    </dgm:pt>
    <dgm:pt modelId="{269C5D45-9680-4714-97AA-0B6CBE545F96}">
      <dgm:prSet/>
      <dgm:spPr/>
      <dgm:t>
        <a:bodyPr/>
        <a:lstStyle/>
        <a:p>
          <a:r>
            <a:rPr lang="en-NL"/>
            <a:t>Benchmark Results &amp; Evaluation </a:t>
          </a:r>
          <a:endParaRPr lang="en-US"/>
        </a:p>
      </dgm:t>
    </dgm:pt>
    <dgm:pt modelId="{3AA477FD-0D5A-4859-B404-BEC7D43CF61D}" type="parTrans" cxnId="{4EACCC48-F888-4954-ABFF-7BD026B98DE7}">
      <dgm:prSet/>
      <dgm:spPr/>
      <dgm:t>
        <a:bodyPr/>
        <a:lstStyle/>
        <a:p>
          <a:endParaRPr lang="en-US"/>
        </a:p>
      </dgm:t>
    </dgm:pt>
    <dgm:pt modelId="{02AEF527-4F31-4197-90D2-6FFF8EDBAB78}" type="sibTrans" cxnId="{4EACCC48-F888-4954-ABFF-7BD026B98DE7}">
      <dgm:prSet/>
      <dgm:spPr/>
      <dgm:t>
        <a:bodyPr/>
        <a:lstStyle/>
        <a:p>
          <a:endParaRPr lang="en-US"/>
        </a:p>
      </dgm:t>
    </dgm:pt>
    <dgm:pt modelId="{025D4188-64B6-4290-9A11-8F0DF2A614CA}">
      <dgm:prSet/>
      <dgm:spPr/>
      <dgm:t>
        <a:bodyPr/>
        <a:lstStyle/>
        <a:p>
          <a:r>
            <a:rPr lang="en-NL"/>
            <a:t>Hardware Requirements Analysis </a:t>
          </a:r>
          <a:endParaRPr lang="en-US"/>
        </a:p>
      </dgm:t>
    </dgm:pt>
    <dgm:pt modelId="{1FB6688C-C86B-4815-9869-37276B827185}" type="parTrans" cxnId="{9257BB81-3B44-4F4D-BA90-40AACA049C11}">
      <dgm:prSet/>
      <dgm:spPr/>
      <dgm:t>
        <a:bodyPr/>
        <a:lstStyle/>
        <a:p>
          <a:endParaRPr lang="en-US"/>
        </a:p>
      </dgm:t>
    </dgm:pt>
    <dgm:pt modelId="{47CB75EC-278F-4544-9D1F-78FB054FD960}" type="sibTrans" cxnId="{9257BB81-3B44-4F4D-BA90-40AACA049C11}">
      <dgm:prSet/>
      <dgm:spPr/>
      <dgm:t>
        <a:bodyPr/>
        <a:lstStyle/>
        <a:p>
          <a:endParaRPr lang="en-US"/>
        </a:p>
      </dgm:t>
    </dgm:pt>
    <dgm:pt modelId="{0AF1B36E-CCEF-467B-823E-327BEDB15DFA}">
      <dgm:prSet/>
      <dgm:spPr/>
      <dgm:t>
        <a:bodyPr/>
        <a:lstStyle/>
        <a:p>
          <a:r>
            <a:rPr lang="en-NL"/>
            <a:t>Financial Feasibility Analysis </a:t>
          </a:r>
          <a:endParaRPr lang="en-US"/>
        </a:p>
      </dgm:t>
    </dgm:pt>
    <dgm:pt modelId="{A1DE54BB-C1CB-4BF8-9BD6-07EE8B1E52B3}" type="parTrans" cxnId="{297A67D6-653F-45B1-98EE-CADF199146C0}">
      <dgm:prSet/>
      <dgm:spPr/>
      <dgm:t>
        <a:bodyPr/>
        <a:lstStyle/>
        <a:p>
          <a:endParaRPr lang="en-US"/>
        </a:p>
      </dgm:t>
    </dgm:pt>
    <dgm:pt modelId="{3685D530-71F9-4EE8-BD0D-D742B6E7049E}" type="sibTrans" cxnId="{297A67D6-653F-45B1-98EE-CADF199146C0}">
      <dgm:prSet/>
      <dgm:spPr/>
      <dgm:t>
        <a:bodyPr/>
        <a:lstStyle/>
        <a:p>
          <a:endParaRPr lang="en-US"/>
        </a:p>
      </dgm:t>
    </dgm:pt>
    <dgm:pt modelId="{E88DBAD8-A97F-4E74-A79C-F5A5A6B20F34}">
      <dgm:prSet/>
      <dgm:spPr/>
      <dgm:t>
        <a:bodyPr/>
        <a:lstStyle/>
        <a:p>
          <a:r>
            <a:rPr lang="en-NL"/>
            <a:t>Final Feasibility Study &amp; Recommendation</a:t>
          </a:r>
          <a:endParaRPr lang="en-US"/>
        </a:p>
      </dgm:t>
    </dgm:pt>
    <dgm:pt modelId="{FB640D17-41B9-4086-96A8-8F7D06C4DEB4}" type="parTrans" cxnId="{86CE35CE-FD75-4A10-A949-E891BF1EBF0A}">
      <dgm:prSet/>
      <dgm:spPr/>
      <dgm:t>
        <a:bodyPr/>
        <a:lstStyle/>
        <a:p>
          <a:endParaRPr lang="en-US"/>
        </a:p>
      </dgm:t>
    </dgm:pt>
    <dgm:pt modelId="{4EF781D1-4C36-44F5-94E4-1D134DE883BC}" type="sibTrans" cxnId="{86CE35CE-FD75-4A10-A949-E891BF1EBF0A}">
      <dgm:prSet/>
      <dgm:spPr/>
      <dgm:t>
        <a:bodyPr/>
        <a:lstStyle/>
        <a:p>
          <a:endParaRPr lang="en-US"/>
        </a:p>
      </dgm:t>
    </dgm:pt>
    <dgm:pt modelId="{8866B79E-3E30-4B81-896A-51E29AD6AC5B}" type="pres">
      <dgm:prSet presAssocID="{FE69E2A4-2A58-4497-A374-4B8ABFF151F0}" presName="Name0" presStyleCnt="0">
        <dgm:presLayoutVars>
          <dgm:dir/>
          <dgm:resizeHandles val="exact"/>
        </dgm:presLayoutVars>
      </dgm:prSet>
      <dgm:spPr/>
    </dgm:pt>
    <dgm:pt modelId="{378BECCA-8417-4679-B406-B0892DF0B923}" type="pres">
      <dgm:prSet presAssocID="{53069200-D41E-416A-B298-4BC7338CD356}" presName="node" presStyleLbl="node1" presStyleIdx="0" presStyleCnt="7">
        <dgm:presLayoutVars>
          <dgm:bulletEnabled val="1"/>
        </dgm:presLayoutVars>
      </dgm:prSet>
      <dgm:spPr/>
    </dgm:pt>
    <dgm:pt modelId="{8F47A780-D3C5-4FA6-BAC6-5691EC438D68}" type="pres">
      <dgm:prSet presAssocID="{214760E3-F071-4B8E-931C-E23A1E416555}" presName="sibTrans" presStyleLbl="sibTrans1D1" presStyleIdx="0" presStyleCnt="6"/>
      <dgm:spPr/>
    </dgm:pt>
    <dgm:pt modelId="{58A48E06-CEF5-4DBC-88C4-A70CF3025EEE}" type="pres">
      <dgm:prSet presAssocID="{214760E3-F071-4B8E-931C-E23A1E416555}" presName="connectorText" presStyleLbl="sibTrans1D1" presStyleIdx="0" presStyleCnt="6"/>
      <dgm:spPr/>
    </dgm:pt>
    <dgm:pt modelId="{345E386F-C23C-48CB-AB6D-7EC92AC3E834}" type="pres">
      <dgm:prSet presAssocID="{AEDCD142-0D21-488F-B00D-F496ED51DDF0}" presName="node" presStyleLbl="node1" presStyleIdx="1" presStyleCnt="7">
        <dgm:presLayoutVars>
          <dgm:bulletEnabled val="1"/>
        </dgm:presLayoutVars>
      </dgm:prSet>
      <dgm:spPr/>
    </dgm:pt>
    <dgm:pt modelId="{F7BFAA91-A707-46D3-936D-E73A66511235}" type="pres">
      <dgm:prSet presAssocID="{5FA7E4C6-2985-4AA2-8AE7-3C6EF4BD1251}" presName="sibTrans" presStyleLbl="sibTrans1D1" presStyleIdx="1" presStyleCnt="6"/>
      <dgm:spPr/>
    </dgm:pt>
    <dgm:pt modelId="{5ED3A302-16FD-4F6D-B36E-00B25775B52A}" type="pres">
      <dgm:prSet presAssocID="{5FA7E4C6-2985-4AA2-8AE7-3C6EF4BD1251}" presName="connectorText" presStyleLbl="sibTrans1D1" presStyleIdx="1" presStyleCnt="6"/>
      <dgm:spPr/>
    </dgm:pt>
    <dgm:pt modelId="{2C6A1541-CA3E-4113-BDE2-8E8CF7EEC8F7}" type="pres">
      <dgm:prSet presAssocID="{90ECE528-9E7F-4959-B681-0760F6D47E85}" presName="node" presStyleLbl="node1" presStyleIdx="2" presStyleCnt="7">
        <dgm:presLayoutVars>
          <dgm:bulletEnabled val="1"/>
        </dgm:presLayoutVars>
      </dgm:prSet>
      <dgm:spPr/>
    </dgm:pt>
    <dgm:pt modelId="{67D0C8AD-1093-4C63-BB1C-913503DC3C8A}" type="pres">
      <dgm:prSet presAssocID="{2450C814-EC99-45DB-8845-3D0257940D67}" presName="sibTrans" presStyleLbl="sibTrans1D1" presStyleIdx="2" presStyleCnt="6"/>
      <dgm:spPr/>
    </dgm:pt>
    <dgm:pt modelId="{F3706645-A732-4DD8-A7E8-4C8B4F48CD92}" type="pres">
      <dgm:prSet presAssocID="{2450C814-EC99-45DB-8845-3D0257940D67}" presName="connectorText" presStyleLbl="sibTrans1D1" presStyleIdx="2" presStyleCnt="6"/>
      <dgm:spPr/>
    </dgm:pt>
    <dgm:pt modelId="{47ECC57C-7D3F-44CA-A357-BAFD2E4D5358}" type="pres">
      <dgm:prSet presAssocID="{269C5D45-9680-4714-97AA-0B6CBE545F96}" presName="node" presStyleLbl="node1" presStyleIdx="3" presStyleCnt="7">
        <dgm:presLayoutVars>
          <dgm:bulletEnabled val="1"/>
        </dgm:presLayoutVars>
      </dgm:prSet>
      <dgm:spPr/>
    </dgm:pt>
    <dgm:pt modelId="{28E685E0-A3F9-4E18-82B6-98F93A0DD48B}" type="pres">
      <dgm:prSet presAssocID="{02AEF527-4F31-4197-90D2-6FFF8EDBAB78}" presName="sibTrans" presStyleLbl="sibTrans1D1" presStyleIdx="3" presStyleCnt="6"/>
      <dgm:spPr/>
    </dgm:pt>
    <dgm:pt modelId="{BDDCC98B-7B65-4953-9EE1-94E859755C6F}" type="pres">
      <dgm:prSet presAssocID="{02AEF527-4F31-4197-90D2-6FFF8EDBAB78}" presName="connectorText" presStyleLbl="sibTrans1D1" presStyleIdx="3" presStyleCnt="6"/>
      <dgm:spPr/>
    </dgm:pt>
    <dgm:pt modelId="{6B8310B7-ABC1-4B0C-866B-5085DE4E6FED}" type="pres">
      <dgm:prSet presAssocID="{025D4188-64B6-4290-9A11-8F0DF2A614CA}" presName="node" presStyleLbl="node1" presStyleIdx="4" presStyleCnt="7">
        <dgm:presLayoutVars>
          <dgm:bulletEnabled val="1"/>
        </dgm:presLayoutVars>
      </dgm:prSet>
      <dgm:spPr/>
    </dgm:pt>
    <dgm:pt modelId="{25B2F545-7573-4595-997B-E9968890EBCC}" type="pres">
      <dgm:prSet presAssocID="{47CB75EC-278F-4544-9D1F-78FB054FD960}" presName="sibTrans" presStyleLbl="sibTrans1D1" presStyleIdx="4" presStyleCnt="6"/>
      <dgm:spPr/>
    </dgm:pt>
    <dgm:pt modelId="{C1A27011-39A7-43C3-89EF-DE7B4098AFF8}" type="pres">
      <dgm:prSet presAssocID="{47CB75EC-278F-4544-9D1F-78FB054FD960}" presName="connectorText" presStyleLbl="sibTrans1D1" presStyleIdx="4" presStyleCnt="6"/>
      <dgm:spPr/>
    </dgm:pt>
    <dgm:pt modelId="{A8FACCEC-AB00-4282-AB23-F429EF6C8982}" type="pres">
      <dgm:prSet presAssocID="{0AF1B36E-CCEF-467B-823E-327BEDB15DFA}" presName="node" presStyleLbl="node1" presStyleIdx="5" presStyleCnt="7">
        <dgm:presLayoutVars>
          <dgm:bulletEnabled val="1"/>
        </dgm:presLayoutVars>
      </dgm:prSet>
      <dgm:spPr/>
    </dgm:pt>
    <dgm:pt modelId="{26F38C4C-0387-41E1-A854-4916DC58BEC2}" type="pres">
      <dgm:prSet presAssocID="{3685D530-71F9-4EE8-BD0D-D742B6E7049E}" presName="sibTrans" presStyleLbl="sibTrans1D1" presStyleIdx="5" presStyleCnt="6"/>
      <dgm:spPr/>
    </dgm:pt>
    <dgm:pt modelId="{38AE7C03-AFCD-40CF-808B-A4EBEEBFD18E}" type="pres">
      <dgm:prSet presAssocID="{3685D530-71F9-4EE8-BD0D-D742B6E7049E}" presName="connectorText" presStyleLbl="sibTrans1D1" presStyleIdx="5" presStyleCnt="6"/>
      <dgm:spPr/>
    </dgm:pt>
    <dgm:pt modelId="{476C5D47-9205-48B4-86AA-B8CF897E925F}" type="pres">
      <dgm:prSet presAssocID="{E88DBAD8-A97F-4E74-A79C-F5A5A6B20F34}" presName="node" presStyleLbl="node1" presStyleIdx="6" presStyleCnt="7">
        <dgm:presLayoutVars>
          <dgm:bulletEnabled val="1"/>
        </dgm:presLayoutVars>
      </dgm:prSet>
      <dgm:spPr/>
    </dgm:pt>
  </dgm:ptLst>
  <dgm:cxnLst>
    <dgm:cxn modelId="{B40E231E-0611-45F7-8725-1A8EC8DA3FAE}" type="presOf" srcId="{3685D530-71F9-4EE8-BD0D-D742B6E7049E}" destId="{26F38C4C-0387-41E1-A854-4916DC58BEC2}" srcOrd="0" destOrd="0" presId="urn:microsoft.com/office/officeart/2016/7/layout/RepeatingBendingProcessNew"/>
    <dgm:cxn modelId="{29C32B32-204D-43C7-A77F-8CC29933A759}" srcId="{FE69E2A4-2A58-4497-A374-4B8ABFF151F0}" destId="{AEDCD142-0D21-488F-B00D-F496ED51DDF0}" srcOrd="1" destOrd="0" parTransId="{D5D00369-009F-4793-9262-7C6332B99F96}" sibTransId="{5FA7E4C6-2985-4AA2-8AE7-3C6EF4BD1251}"/>
    <dgm:cxn modelId="{6A062740-96A0-44AC-9D60-480747ACBACD}" type="presOf" srcId="{AEDCD142-0D21-488F-B00D-F496ED51DDF0}" destId="{345E386F-C23C-48CB-AB6D-7EC92AC3E834}" srcOrd="0" destOrd="0" presId="urn:microsoft.com/office/officeart/2016/7/layout/RepeatingBendingProcessNew"/>
    <dgm:cxn modelId="{2C29A764-E0ED-4185-8148-19AF2D5136F4}" type="presOf" srcId="{5FA7E4C6-2985-4AA2-8AE7-3C6EF4BD1251}" destId="{F7BFAA91-A707-46D3-936D-E73A66511235}" srcOrd="0" destOrd="0" presId="urn:microsoft.com/office/officeart/2016/7/layout/RepeatingBendingProcessNew"/>
    <dgm:cxn modelId="{4EACCC48-F888-4954-ABFF-7BD026B98DE7}" srcId="{FE69E2A4-2A58-4497-A374-4B8ABFF151F0}" destId="{269C5D45-9680-4714-97AA-0B6CBE545F96}" srcOrd="3" destOrd="0" parTransId="{3AA477FD-0D5A-4859-B404-BEC7D43CF61D}" sibTransId="{02AEF527-4F31-4197-90D2-6FFF8EDBAB78}"/>
    <dgm:cxn modelId="{11F96F76-4B17-451E-BDAF-FD797C079B19}" srcId="{FE69E2A4-2A58-4497-A374-4B8ABFF151F0}" destId="{90ECE528-9E7F-4959-B681-0760F6D47E85}" srcOrd="2" destOrd="0" parTransId="{F23E77AD-8921-4617-BF28-667BC58073B2}" sibTransId="{2450C814-EC99-45DB-8845-3D0257940D67}"/>
    <dgm:cxn modelId="{6D1EAD59-B218-44E3-BDA8-2D2E7B831AFE}" type="presOf" srcId="{025D4188-64B6-4290-9A11-8F0DF2A614CA}" destId="{6B8310B7-ABC1-4B0C-866B-5085DE4E6FED}" srcOrd="0" destOrd="0" presId="urn:microsoft.com/office/officeart/2016/7/layout/RepeatingBendingProcessNew"/>
    <dgm:cxn modelId="{9257BB81-3B44-4F4D-BA90-40AACA049C11}" srcId="{FE69E2A4-2A58-4497-A374-4B8ABFF151F0}" destId="{025D4188-64B6-4290-9A11-8F0DF2A614CA}" srcOrd="4" destOrd="0" parTransId="{1FB6688C-C86B-4815-9869-37276B827185}" sibTransId="{47CB75EC-278F-4544-9D1F-78FB054FD960}"/>
    <dgm:cxn modelId="{F2575083-9AF6-4270-AED7-0E2D17E23584}" type="presOf" srcId="{47CB75EC-278F-4544-9D1F-78FB054FD960}" destId="{25B2F545-7573-4595-997B-E9968890EBCC}" srcOrd="0" destOrd="0" presId="urn:microsoft.com/office/officeart/2016/7/layout/RepeatingBendingProcessNew"/>
    <dgm:cxn modelId="{90484692-5929-4220-B052-697E65CCCF49}" type="presOf" srcId="{90ECE528-9E7F-4959-B681-0760F6D47E85}" destId="{2C6A1541-CA3E-4113-BDE2-8E8CF7EEC8F7}" srcOrd="0" destOrd="0" presId="urn:microsoft.com/office/officeart/2016/7/layout/RepeatingBendingProcessNew"/>
    <dgm:cxn modelId="{4E04E797-CE5A-4417-9D26-7E582D43C7B4}" type="presOf" srcId="{02AEF527-4F31-4197-90D2-6FFF8EDBAB78}" destId="{28E685E0-A3F9-4E18-82B6-98F93A0DD48B}" srcOrd="0" destOrd="0" presId="urn:microsoft.com/office/officeart/2016/7/layout/RepeatingBendingProcessNew"/>
    <dgm:cxn modelId="{0C2951A3-7C4B-4020-862B-C94116631BA3}" type="presOf" srcId="{E88DBAD8-A97F-4E74-A79C-F5A5A6B20F34}" destId="{476C5D47-9205-48B4-86AA-B8CF897E925F}" srcOrd="0" destOrd="0" presId="urn:microsoft.com/office/officeart/2016/7/layout/RepeatingBendingProcessNew"/>
    <dgm:cxn modelId="{D81026BA-8791-4814-8453-C74420DEC4CC}" type="presOf" srcId="{214760E3-F071-4B8E-931C-E23A1E416555}" destId="{58A48E06-CEF5-4DBC-88C4-A70CF3025EEE}" srcOrd="1" destOrd="0" presId="urn:microsoft.com/office/officeart/2016/7/layout/RepeatingBendingProcessNew"/>
    <dgm:cxn modelId="{866C5FC5-42D3-4320-9474-C9DB6071E7A0}" type="presOf" srcId="{53069200-D41E-416A-B298-4BC7338CD356}" destId="{378BECCA-8417-4679-B406-B0892DF0B923}" srcOrd="0" destOrd="0" presId="urn:microsoft.com/office/officeart/2016/7/layout/RepeatingBendingProcessNew"/>
    <dgm:cxn modelId="{492687CC-AAD0-4341-8C7A-7C675BAB8199}" type="presOf" srcId="{2450C814-EC99-45DB-8845-3D0257940D67}" destId="{F3706645-A732-4DD8-A7E8-4C8B4F48CD92}" srcOrd="1" destOrd="0" presId="urn:microsoft.com/office/officeart/2016/7/layout/RepeatingBendingProcessNew"/>
    <dgm:cxn modelId="{86CE35CE-FD75-4A10-A949-E891BF1EBF0A}" srcId="{FE69E2A4-2A58-4497-A374-4B8ABFF151F0}" destId="{E88DBAD8-A97F-4E74-A79C-F5A5A6B20F34}" srcOrd="6" destOrd="0" parTransId="{FB640D17-41B9-4086-96A8-8F7D06C4DEB4}" sibTransId="{4EF781D1-4C36-44F5-94E4-1D134DE883BC}"/>
    <dgm:cxn modelId="{91D9F1D0-492B-4649-B5D0-7EDEF80D7369}" type="presOf" srcId="{0AF1B36E-CCEF-467B-823E-327BEDB15DFA}" destId="{A8FACCEC-AB00-4282-AB23-F429EF6C8982}" srcOrd="0" destOrd="0" presId="urn:microsoft.com/office/officeart/2016/7/layout/RepeatingBendingProcessNew"/>
    <dgm:cxn modelId="{297A67D6-653F-45B1-98EE-CADF199146C0}" srcId="{FE69E2A4-2A58-4497-A374-4B8ABFF151F0}" destId="{0AF1B36E-CCEF-467B-823E-327BEDB15DFA}" srcOrd="5" destOrd="0" parTransId="{A1DE54BB-C1CB-4BF8-9BD6-07EE8B1E52B3}" sibTransId="{3685D530-71F9-4EE8-BD0D-D742B6E7049E}"/>
    <dgm:cxn modelId="{8F5519D9-1D99-485E-B905-1E16C2785BB1}" type="presOf" srcId="{FE69E2A4-2A58-4497-A374-4B8ABFF151F0}" destId="{8866B79E-3E30-4B81-896A-51E29AD6AC5B}" srcOrd="0" destOrd="0" presId="urn:microsoft.com/office/officeart/2016/7/layout/RepeatingBendingProcessNew"/>
    <dgm:cxn modelId="{228D52DC-E4B0-4144-B130-053C4960DBFE}" srcId="{FE69E2A4-2A58-4497-A374-4B8ABFF151F0}" destId="{53069200-D41E-416A-B298-4BC7338CD356}" srcOrd="0" destOrd="0" parTransId="{9287D48C-3E9F-42CD-A45A-B3FF7DEE2179}" sibTransId="{214760E3-F071-4B8E-931C-E23A1E416555}"/>
    <dgm:cxn modelId="{E71320E7-503B-4F2D-ADC4-4C7DD781F927}" type="presOf" srcId="{2450C814-EC99-45DB-8845-3D0257940D67}" destId="{67D0C8AD-1093-4C63-BB1C-913503DC3C8A}" srcOrd="0" destOrd="0" presId="urn:microsoft.com/office/officeart/2016/7/layout/RepeatingBendingProcessNew"/>
    <dgm:cxn modelId="{9723C8EB-0CFD-41E1-A266-28E79C61D8BD}" type="presOf" srcId="{5FA7E4C6-2985-4AA2-8AE7-3C6EF4BD1251}" destId="{5ED3A302-16FD-4F6D-B36E-00B25775B52A}" srcOrd="1" destOrd="0" presId="urn:microsoft.com/office/officeart/2016/7/layout/RepeatingBendingProcessNew"/>
    <dgm:cxn modelId="{E46B9EEE-9489-43C3-AA55-A695E8CB6EFE}" type="presOf" srcId="{269C5D45-9680-4714-97AA-0B6CBE545F96}" destId="{47ECC57C-7D3F-44CA-A357-BAFD2E4D5358}" srcOrd="0" destOrd="0" presId="urn:microsoft.com/office/officeart/2016/7/layout/RepeatingBendingProcessNew"/>
    <dgm:cxn modelId="{225F67F2-C39C-4FD8-BCFB-95BB7C4D13A2}" type="presOf" srcId="{214760E3-F071-4B8E-931C-E23A1E416555}" destId="{8F47A780-D3C5-4FA6-BAC6-5691EC438D68}" srcOrd="0" destOrd="0" presId="urn:microsoft.com/office/officeart/2016/7/layout/RepeatingBendingProcessNew"/>
    <dgm:cxn modelId="{447153F7-07CB-4DC4-94E9-F582B1DC4E81}" type="presOf" srcId="{02AEF527-4F31-4197-90D2-6FFF8EDBAB78}" destId="{BDDCC98B-7B65-4953-9EE1-94E859755C6F}" srcOrd="1" destOrd="0" presId="urn:microsoft.com/office/officeart/2016/7/layout/RepeatingBendingProcessNew"/>
    <dgm:cxn modelId="{3727E8FD-1801-438B-8FDA-0DF477EDD04D}" type="presOf" srcId="{3685D530-71F9-4EE8-BD0D-D742B6E7049E}" destId="{38AE7C03-AFCD-40CF-808B-A4EBEEBFD18E}" srcOrd="1" destOrd="0" presId="urn:microsoft.com/office/officeart/2016/7/layout/RepeatingBendingProcessNew"/>
    <dgm:cxn modelId="{958CE6FF-FE45-4B3C-BAD8-FBD706E472CF}" type="presOf" srcId="{47CB75EC-278F-4544-9D1F-78FB054FD960}" destId="{C1A27011-39A7-43C3-89EF-DE7B4098AFF8}" srcOrd="1" destOrd="0" presId="urn:microsoft.com/office/officeart/2016/7/layout/RepeatingBendingProcessNew"/>
    <dgm:cxn modelId="{2AA7993E-1168-414A-9E5D-FAFA81C5E3B7}" type="presParOf" srcId="{8866B79E-3E30-4B81-896A-51E29AD6AC5B}" destId="{378BECCA-8417-4679-B406-B0892DF0B923}" srcOrd="0" destOrd="0" presId="urn:microsoft.com/office/officeart/2016/7/layout/RepeatingBendingProcessNew"/>
    <dgm:cxn modelId="{8D02068B-F6BA-487C-99A3-816BAEE3084F}" type="presParOf" srcId="{8866B79E-3E30-4B81-896A-51E29AD6AC5B}" destId="{8F47A780-D3C5-4FA6-BAC6-5691EC438D68}" srcOrd="1" destOrd="0" presId="urn:microsoft.com/office/officeart/2016/7/layout/RepeatingBendingProcessNew"/>
    <dgm:cxn modelId="{23A21039-4DE8-4AD6-9BA6-6A8C4D655977}" type="presParOf" srcId="{8F47A780-D3C5-4FA6-BAC6-5691EC438D68}" destId="{58A48E06-CEF5-4DBC-88C4-A70CF3025EEE}" srcOrd="0" destOrd="0" presId="urn:microsoft.com/office/officeart/2016/7/layout/RepeatingBendingProcessNew"/>
    <dgm:cxn modelId="{602232BB-47A1-48D6-8DC8-B7A71877AEE2}" type="presParOf" srcId="{8866B79E-3E30-4B81-896A-51E29AD6AC5B}" destId="{345E386F-C23C-48CB-AB6D-7EC92AC3E834}" srcOrd="2" destOrd="0" presId="urn:microsoft.com/office/officeart/2016/7/layout/RepeatingBendingProcessNew"/>
    <dgm:cxn modelId="{B94D765B-9F6E-4F4F-80C2-985C1BF0B68A}" type="presParOf" srcId="{8866B79E-3E30-4B81-896A-51E29AD6AC5B}" destId="{F7BFAA91-A707-46D3-936D-E73A66511235}" srcOrd="3" destOrd="0" presId="urn:microsoft.com/office/officeart/2016/7/layout/RepeatingBendingProcessNew"/>
    <dgm:cxn modelId="{B3EB4D90-9BA0-4063-8ADF-C8D546A3205E}" type="presParOf" srcId="{F7BFAA91-A707-46D3-936D-E73A66511235}" destId="{5ED3A302-16FD-4F6D-B36E-00B25775B52A}" srcOrd="0" destOrd="0" presId="urn:microsoft.com/office/officeart/2016/7/layout/RepeatingBendingProcessNew"/>
    <dgm:cxn modelId="{30BAA50F-A004-40E5-8AB5-2420A14F7980}" type="presParOf" srcId="{8866B79E-3E30-4B81-896A-51E29AD6AC5B}" destId="{2C6A1541-CA3E-4113-BDE2-8E8CF7EEC8F7}" srcOrd="4" destOrd="0" presId="urn:microsoft.com/office/officeart/2016/7/layout/RepeatingBendingProcessNew"/>
    <dgm:cxn modelId="{7FA6ADA6-4D62-4853-B6E1-033ADBD3FA38}" type="presParOf" srcId="{8866B79E-3E30-4B81-896A-51E29AD6AC5B}" destId="{67D0C8AD-1093-4C63-BB1C-913503DC3C8A}" srcOrd="5" destOrd="0" presId="urn:microsoft.com/office/officeart/2016/7/layout/RepeatingBendingProcessNew"/>
    <dgm:cxn modelId="{5F0D64FD-9E02-420E-B443-11DAA8B0B9C3}" type="presParOf" srcId="{67D0C8AD-1093-4C63-BB1C-913503DC3C8A}" destId="{F3706645-A732-4DD8-A7E8-4C8B4F48CD92}" srcOrd="0" destOrd="0" presId="urn:microsoft.com/office/officeart/2016/7/layout/RepeatingBendingProcessNew"/>
    <dgm:cxn modelId="{66169079-C603-45A6-B08F-3EC7A0F98DAB}" type="presParOf" srcId="{8866B79E-3E30-4B81-896A-51E29AD6AC5B}" destId="{47ECC57C-7D3F-44CA-A357-BAFD2E4D5358}" srcOrd="6" destOrd="0" presId="urn:microsoft.com/office/officeart/2016/7/layout/RepeatingBendingProcessNew"/>
    <dgm:cxn modelId="{ABB54EFE-32A0-4859-9E33-55418BC8178B}" type="presParOf" srcId="{8866B79E-3E30-4B81-896A-51E29AD6AC5B}" destId="{28E685E0-A3F9-4E18-82B6-98F93A0DD48B}" srcOrd="7" destOrd="0" presId="urn:microsoft.com/office/officeart/2016/7/layout/RepeatingBendingProcessNew"/>
    <dgm:cxn modelId="{52DBB228-9ABC-4A80-8669-FB446296C3AA}" type="presParOf" srcId="{28E685E0-A3F9-4E18-82B6-98F93A0DD48B}" destId="{BDDCC98B-7B65-4953-9EE1-94E859755C6F}" srcOrd="0" destOrd="0" presId="urn:microsoft.com/office/officeart/2016/7/layout/RepeatingBendingProcessNew"/>
    <dgm:cxn modelId="{B4B094A5-0BDA-43AF-9612-2EAD7AC637F5}" type="presParOf" srcId="{8866B79E-3E30-4B81-896A-51E29AD6AC5B}" destId="{6B8310B7-ABC1-4B0C-866B-5085DE4E6FED}" srcOrd="8" destOrd="0" presId="urn:microsoft.com/office/officeart/2016/7/layout/RepeatingBendingProcessNew"/>
    <dgm:cxn modelId="{EEC28857-D136-4A17-AF6E-540B43CF68E9}" type="presParOf" srcId="{8866B79E-3E30-4B81-896A-51E29AD6AC5B}" destId="{25B2F545-7573-4595-997B-E9968890EBCC}" srcOrd="9" destOrd="0" presId="urn:microsoft.com/office/officeart/2016/7/layout/RepeatingBendingProcessNew"/>
    <dgm:cxn modelId="{9C70B61C-E779-4F3D-B7A5-AE1C49DBA8BA}" type="presParOf" srcId="{25B2F545-7573-4595-997B-E9968890EBCC}" destId="{C1A27011-39A7-43C3-89EF-DE7B4098AFF8}" srcOrd="0" destOrd="0" presId="urn:microsoft.com/office/officeart/2016/7/layout/RepeatingBendingProcessNew"/>
    <dgm:cxn modelId="{C13F75F0-915F-4790-8872-DAB009EFC29D}" type="presParOf" srcId="{8866B79E-3E30-4B81-896A-51E29AD6AC5B}" destId="{A8FACCEC-AB00-4282-AB23-F429EF6C8982}" srcOrd="10" destOrd="0" presId="urn:microsoft.com/office/officeart/2016/7/layout/RepeatingBendingProcessNew"/>
    <dgm:cxn modelId="{CF44A022-2B6C-4EB8-B1D7-6BCADA9F90C1}" type="presParOf" srcId="{8866B79E-3E30-4B81-896A-51E29AD6AC5B}" destId="{26F38C4C-0387-41E1-A854-4916DC58BEC2}" srcOrd="11" destOrd="0" presId="urn:microsoft.com/office/officeart/2016/7/layout/RepeatingBendingProcessNew"/>
    <dgm:cxn modelId="{4B7952D4-D115-4F37-BCE6-6D4C5D753D76}" type="presParOf" srcId="{26F38C4C-0387-41E1-A854-4916DC58BEC2}" destId="{38AE7C03-AFCD-40CF-808B-A4EBEEBFD18E}" srcOrd="0" destOrd="0" presId="urn:microsoft.com/office/officeart/2016/7/layout/RepeatingBendingProcessNew"/>
    <dgm:cxn modelId="{92D022CD-E629-426F-8B40-47EDD4EEA178}" type="presParOf" srcId="{8866B79E-3E30-4B81-896A-51E29AD6AC5B}" destId="{476C5D47-9205-48B4-86AA-B8CF897E925F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8E0E08-F9B5-43B3-8449-0D5932B24741}" type="doc">
      <dgm:prSet loTypeId="urn:microsoft.com/office/officeart/2018/2/layout/IconVerticalSolidList" loCatId="icon" qsTypeId="urn:microsoft.com/office/officeart/2005/8/quickstyle/simple1#9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473356-22D3-446D-A12B-025BA05F04B5}">
      <dgm:prSet/>
      <dgm:spPr/>
      <dgm:t>
        <a:bodyPr/>
        <a:lstStyle/>
        <a:p>
          <a:r>
            <a:rPr lang="en-NL" b="1"/>
            <a:t>1. Orientation &amp; Analysis</a:t>
          </a:r>
          <a:br>
            <a:rPr lang="en-NL"/>
          </a:br>
          <a:r>
            <a:rPr lang="en-NL"/>
            <a:t>Understand Nahayat’s AI environment, use cases and requirements.</a:t>
          </a:r>
          <a:endParaRPr lang="en-US"/>
        </a:p>
      </dgm:t>
    </dgm:pt>
    <dgm:pt modelId="{52FCE385-C9AE-4E01-B639-0DED700EBB88}" type="parTrans" cxnId="{43FAA0B9-70AB-4B65-9008-56A3BEB76579}">
      <dgm:prSet/>
      <dgm:spPr/>
      <dgm:t>
        <a:bodyPr/>
        <a:lstStyle/>
        <a:p>
          <a:endParaRPr lang="en-US"/>
        </a:p>
      </dgm:t>
    </dgm:pt>
    <dgm:pt modelId="{EC917B72-E425-4D99-B059-BD988E3D6762}" type="sibTrans" cxnId="{43FAA0B9-70AB-4B65-9008-56A3BEB76579}">
      <dgm:prSet/>
      <dgm:spPr/>
      <dgm:t>
        <a:bodyPr/>
        <a:lstStyle/>
        <a:p>
          <a:endParaRPr lang="en-US"/>
        </a:p>
      </dgm:t>
    </dgm:pt>
    <dgm:pt modelId="{BE6E537D-A4BE-4CA8-97C3-A00F87E574EE}">
      <dgm:prSet/>
      <dgm:spPr/>
      <dgm:t>
        <a:bodyPr/>
        <a:lstStyle/>
        <a:p>
          <a:r>
            <a:rPr lang="en-NL" b="1"/>
            <a:t>2. LLM &amp; Technology Research</a:t>
          </a:r>
          <a:br>
            <a:rPr lang="en-NL"/>
          </a:br>
          <a:r>
            <a:rPr lang="en-NL"/>
            <a:t>Research and select suitable local models and inference technologies.</a:t>
          </a:r>
          <a:endParaRPr lang="en-US"/>
        </a:p>
      </dgm:t>
    </dgm:pt>
    <dgm:pt modelId="{4F7EE411-C297-422B-9D27-05083589721A}" type="parTrans" cxnId="{9A519131-5F8B-49DB-999E-94719A4800B7}">
      <dgm:prSet/>
      <dgm:spPr/>
      <dgm:t>
        <a:bodyPr/>
        <a:lstStyle/>
        <a:p>
          <a:endParaRPr lang="en-US"/>
        </a:p>
      </dgm:t>
    </dgm:pt>
    <dgm:pt modelId="{E0EEFA3F-03A5-47A5-93A3-5165F9F78D03}" type="sibTrans" cxnId="{9A519131-5F8B-49DB-999E-94719A4800B7}">
      <dgm:prSet/>
      <dgm:spPr/>
      <dgm:t>
        <a:bodyPr/>
        <a:lstStyle/>
        <a:p>
          <a:endParaRPr lang="en-US"/>
        </a:p>
      </dgm:t>
    </dgm:pt>
    <dgm:pt modelId="{F64BE270-196F-4653-83D9-547A2121902E}">
      <dgm:prSet/>
      <dgm:spPr/>
      <dgm:t>
        <a:bodyPr/>
        <a:lstStyle/>
        <a:p>
          <a:r>
            <a:rPr lang="en-NL" b="1"/>
            <a:t>3. Prototype &amp; Integration</a:t>
          </a:r>
          <a:br>
            <a:rPr lang="en-NL"/>
          </a:br>
          <a:r>
            <a:rPr lang="en-NL"/>
            <a:t>Deploy selected models and create representative use-case prototypes.</a:t>
          </a:r>
          <a:endParaRPr lang="en-US"/>
        </a:p>
      </dgm:t>
    </dgm:pt>
    <dgm:pt modelId="{6F036747-2BAE-44FD-8328-04B8CE784F04}" type="parTrans" cxnId="{0C7BE2FC-CE2C-41B3-BFF9-25CA3EBAD1B9}">
      <dgm:prSet/>
      <dgm:spPr/>
      <dgm:t>
        <a:bodyPr/>
        <a:lstStyle/>
        <a:p>
          <a:endParaRPr lang="en-US"/>
        </a:p>
      </dgm:t>
    </dgm:pt>
    <dgm:pt modelId="{6C8EBDAF-43B0-4BAF-8FD2-5037A323D0C8}" type="sibTrans" cxnId="{0C7BE2FC-CE2C-41B3-BFF9-25CA3EBAD1B9}">
      <dgm:prSet/>
      <dgm:spPr/>
      <dgm:t>
        <a:bodyPr/>
        <a:lstStyle/>
        <a:p>
          <a:endParaRPr lang="en-US"/>
        </a:p>
      </dgm:t>
    </dgm:pt>
    <dgm:pt modelId="{CB0A5A5D-C8D6-4A1E-BC39-09C00E07FACA}">
      <dgm:prSet/>
      <dgm:spPr/>
      <dgm:t>
        <a:bodyPr/>
        <a:lstStyle/>
        <a:p>
          <a:r>
            <a:rPr lang="en-NL" b="1"/>
            <a:t>4. Benchmarking &amp; Evaluation</a:t>
          </a:r>
          <a:br>
            <a:rPr lang="en-NL"/>
          </a:br>
          <a:r>
            <a:rPr lang="en-NL"/>
            <a:t>Compare local models with cloud models on quality, performance and resource usage.</a:t>
          </a:r>
          <a:endParaRPr lang="en-US"/>
        </a:p>
      </dgm:t>
    </dgm:pt>
    <dgm:pt modelId="{67907085-7E9E-4419-89FE-8D3116A914E1}" type="parTrans" cxnId="{2DFA321A-E197-46F2-8664-F3C75B8AA780}">
      <dgm:prSet/>
      <dgm:spPr/>
      <dgm:t>
        <a:bodyPr/>
        <a:lstStyle/>
        <a:p>
          <a:endParaRPr lang="en-US"/>
        </a:p>
      </dgm:t>
    </dgm:pt>
    <dgm:pt modelId="{B9F06E15-D9EB-4ED9-99B8-50BB4E47C9F0}" type="sibTrans" cxnId="{2DFA321A-E197-46F2-8664-F3C75B8AA780}">
      <dgm:prSet/>
      <dgm:spPr/>
      <dgm:t>
        <a:bodyPr/>
        <a:lstStyle/>
        <a:p>
          <a:endParaRPr lang="en-US"/>
        </a:p>
      </dgm:t>
    </dgm:pt>
    <dgm:pt modelId="{63EB677D-C82E-44C5-9DB8-6A8D2B9642C8}">
      <dgm:prSet/>
      <dgm:spPr/>
      <dgm:t>
        <a:bodyPr/>
        <a:lstStyle/>
        <a:p>
          <a:r>
            <a:rPr lang="en-NL" b="1"/>
            <a:t>5. Validation &amp; Feasibility</a:t>
          </a:r>
          <a:br>
            <a:rPr lang="en-NL"/>
          </a:br>
          <a:r>
            <a:rPr lang="en-NL"/>
            <a:t>Analyze hardware requirements, costs and financial viability.</a:t>
          </a:r>
          <a:endParaRPr lang="en-US"/>
        </a:p>
      </dgm:t>
    </dgm:pt>
    <dgm:pt modelId="{24D57A0A-BA7E-4BEB-85B9-1734F7CF84D4}" type="parTrans" cxnId="{D8FE9C15-5213-4EDA-8DDD-30826EC422F4}">
      <dgm:prSet/>
      <dgm:spPr/>
      <dgm:t>
        <a:bodyPr/>
        <a:lstStyle/>
        <a:p>
          <a:endParaRPr lang="en-US"/>
        </a:p>
      </dgm:t>
    </dgm:pt>
    <dgm:pt modelId="{F5E7E7BE-F7BB-41F3-A682-AAE11DA67F64}" type="sibTrans" cxnId="{D8FE9C15-5213-4EDA-8DDD-30826EC422F4}">
      <dgm:prSet/>
      <dgm:spPr/>
      <dgm:t>
        <a:bodyPr/>
        <a:lstStyle/>
        <a:p>
          <a:endParaRPr lang="en-US"/>
        </a:p>
      </dgm:t>
    </dgm:pt>
    <dgm:pt modelId="{7F17ADD2-2DCC-492B-8BA8-7A24ED39EF72}">
      <dgm:prSet/>
      <dgm:spPr/>
      <dgm:t>
        <a:bodyPr/>
        <a:lstStyle/>
        <a:p>
          <a:r>
            <a:rPr lang="en-NL" b="1"/>
            <a:t>6. Conclusion &amp; Recommendation</a:t>
          </a:r>
          <a:br>
            <a:rPr lang="en-NL"/>
          </a:br>
          <a:r>
            <a:rPr lang="en-NL"/>
            <a:t>Determine where </a:t>
          </a:r>
          <a:r>
            <a:rPr lang="en-NL" b="1"/>
            <a:t>local, cloud or hybrid LLM solutions</a:t>
          </a:r>
          <a:r>
            <a:rPr lang="en-NL"/>
            <a:t> are most applicable and finalize the project deliverables.</a:t>
          </a:r>
          <a:endParaRPr lang="en-US"/>
        </a:p>
      </dgm:t>
    </dgm:pt>
    <dgm:pt modelId="{BF04454A-2745-43B1-A68E-C459D9BCA332}" type="parTrans" cxnId="{B12C5C01-20A5-4102-ACF4-BC0F410FED5F}">
      <dgm:prSet/>
      <dgm:spPr/>
      <dgm:t>
        <a:bodyPr/>
        <a:lstStyle/>
        <a:p>
          <a:endParaRPr lang="en-US"/>
        </a:p>
      </dgm:t>
    </dgm:pt>
    <dgm:pt modelId="{377AFD16-9970-40BD-8C7D-7A4E9FD18379}" type="sibTrans" cxnId="{B12C5C01-20A5-4102-ACF4-BC0F410FED5F}">
      <dgm:prSet/>
      <dgm:spPr/>
      <dgm:t>
        <a:bodyPr/>
        <a:lstStyle/>
        <a:p>
          <a:endParaRPr lang="en-US"/>
        </a:p>
      </dgm:t>
    </dgm:pt>
    <dgm:pt modelId="{B77E5196-785D-4932-A9FA-8DD12E13569F}" type="pres">
      <dgm:prSet presAssocID="{C48E0E08-F9B5-43B3-8449-0D5932B24741}" presName="root" presStyleCnt="0">
        <dgm:presLayoutVars>
          <dgm:dir/>
          <dgm:resizeHandles val="exact"/>
        </dgm:presLayoutVars>
      </dgm:prSet>
      <dgm:spPr/>
    </dgm:pt>
    <dgm:pt modelId="{2169FFC9-7EBC-416C-8896-33E08CFC4146}" type="pres">
      <dgm:prSet presAssocID="{C2473356-22D3-446D-A12B-025BA05F04B5}" presName="compNode" presStyleCnt="0"/>
      <dgm:spPr/>
    </dgm:pt>
    <dgm:pt modelId="{C0737285-46BC-4EDB-A03E-3861D16311C5}" type="pres">
      <dgm:prSet presAssocID="{C2473356-22D3-446D-A12B-025BA05F04B5}" presName="bgRect" presStyleLbl="bgShp" presStyleIdx="0" presStyleCnt="6"/>
      <dgm:spPr/>
    </dgm:pt>
    <dgm:pt modelId="{CD8DC82F-9FEE-4D2E-9F2E-39DAFB466CD7}" type="pres">
      <dgm:prSet presAssocID="{C2473356-22D3-446D-A12B-025BA05F04B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70BF111-6AF5-462D-8723-48ACE468D351}" type="pres">
      <dgm:prSet presAssocID="{C2473356-22D3-446D-A12B-025BA05F04B5}" presName="spaceRect" presStyleCnt="0"/>
      <dgm:spPr/>
    </dgm:pt>
    <dgm:pt modelId="{D54DB68B-7BCD-454B-BF5B-4FA95ACC6E00}" type="pres">
      <dgm:prSet presAssocID="{C2473356-22D3-446D-A12B-025BA05F04B5}" presName="parTx" presStyleLbl="revTx" presStyleIdx="0" presStyleCnt="6">
        <dgm:presLayoutVars>
          <dgm:chMax val="0"/>
          <dgm:chPref val="0"/>
        </dgm:presLayoutVars>
      </dgm:prSet>
      <dgm:spPr/>
    </dgm:pt>
    <dgm:pt modelId="{4B16907D-EE04-4589-8C15-AD69165DA2B5}" type="pres">
      <dgm:prSet presAssocID="{EC917B72-E425-4D99-B059-BD988E3D6762}" presName="sibTrans" presStyleCnt="0"/>
      <dgm:spPr/>
    </dgm:pt>
    <dgm:pt modelId="{0AEEFB56-1749-4EEB-A8EB-9923B0C1632D}" type="pres">
      <dgm:prSet presAssocID="{BE6E537D-A4BE-4CA8-97C3-A00F87E574EE}" presName="compNode" presStyleCnt="0"/>
      <dgm:spPr/>
    </dgm:pt>
    <dgm:pt modelId="{BE8A5941-68DF-497F-B0E6-1477E3E273D3}" type="pres">
      <dgm:prSet presAssocID="{BE6E537D-A4BE-4CA8-97C3-A00F87E574EE}" presName="bgRect" presStyleLbl="bgShp" presStyleIdx="1" presStyleCnt="6"/>
      <dgm:spPr/>
    </dgm:pt>
    <dgm:pt modelId="{87C1CF28-D74D-4AAA-8A07-0D79726EE5F5}" type="pres">
      <dgm:prSet presAssocID="{BE6E537D-A4BE-4CA8-97C3-A00F87E574E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DC038FA6-ADC2-4123-A6D2-B9F572C07BB7}" type="pres">
      <dgm:prSet presAssocID="{BE6E537D-A4BE-4CA8-97C3-A00F87E574EE}" presName="spaceRect" presStyleCnt="0"/>
      <dgm:spPr/>
    </dgm:pt>
    <dgm:pt modelId="{53D1A38F-B6FB-4269-9840-DF6A20D48713}" type="pres">
      <dgm:prSet presAssocID="{BE6E537D-A4BE-4CA8-97C3-A00F87E574EE}" presName="parTx" presStyleLbl="revTx" presStyleIdx="1" presStyleCnt="6">
        <dgm:presLayoutVars>
          <dgm:chMax val="0"/>
          <dgm:chPref val="0"/>
        </dgm:presLayoutVars>
      </dgm:prSet>
      <dgm:spPr/>
    </dgm:pt>
    <dgm:pt modelId="{D5E34DD6-CB14-48A6-A951-179EBCF387DE}" type="pres">
      <dgm:prSet presAssocID="{E0EEFA3F-03A5-47A5-93A3-5165F9F78D03}" presName="sibTrans" presStyleCnt="0"/>
      <dgm:spPr/>
    </dgm:pt>
    <dgm:pt modelId="{BC846F49-E9D3-4245-9B37-F1ACDF02D4ED}" type="pres">
      <dgm:prSet presAssocID="{F64BE270-196F-4653-83D9-547A2121902E}" presName="compNode" presStyleCnt="0"/>
      <dgm:spPr/>
    </dgm:pt>
    <dgm:pt modelId="{7CC75D7D-639B-47CE-9E8D-64531EA5D7C2}" type="pres">
      <dgm:prSet presAssocID="{F64BE270-196F-4653-83D9-547A2121902E}" presName="bgRect" presStyleLbl="bgShp" presStyleIdx="2" presStyleCnt="6"/>
      <dgm:spPr/>
    </dgm:pt>
    <dgm:pt modelId="{96B035E2-BBE5-4CD9-BD5A-51F24B5E0C95}" type="pres">
      <dgm:prSet presAssocID="{F64BE270-196F-4653-83D9-547A2121902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CDF02EDB-EAFD-4B22-A838-74BE504450B6}" type="pres">
      <dgm:prSet presAssocID="{F64BE270-196F-4653-83D9-547A2121902E}" presName="spaceRect" presStyleCnt="0"/>
      <dgm:spPr/>
    </dgm:pt>
    <dgm:pt modelId="{A7D9B39F-06D1-4647-9E70-3F3683A4B85A}" type="pres">
      <dgm:prSet presAssocID="{F64BE270-196F-4653-83D9-547A2121902E}" presName="parTx" presStyleLbl="revTx" presStyleIdx="2" presStyleCnt="6">
        <dgm:presLayoutVars>
          <dgm:chMax val="0"/>
          <dgm:chPref val="0"/>
        </dgm:presLayoutVars>
      </dgm:prSet>
      <dgm:spPr/>
    </dgm:pt>
    <dgm:pt modelId="{FE17B398-6CA3-4A64-A972-DBA59992335A}" type="pres">
      <dgm:prSet presAssocID="{6C8EBDAF-43B0-4BAF-8FD2-5037A323D0C8}" presName="sibTrans" presStyleCnt="0"/>
      <dgm:spPr/>
    </dgm:pt>
    <dgm:pt modelId="{ADED0225-492B-40EA-A5DA-ADE6267ACFF8}" type="pres">
      <dgm:prSet presAssocID="{CB0A5A5D-C8D6-4A1E-BC39-09C00E07FACA}" presName="compNode" presStyleCnt="0"/>
      <dgm:spPr/>
    </dgm:pt>
    <dgm:pt modelId="{71C83CC9-AE4C-4439-A6DA-BD3358614B16}" type="pres">
      <dgm:prSet presAssocID="{CB0A5A5D-C8D6-4A1E-BC39-09C00E07FACA}" presName="bgRect" presStyleLbl="bgShp" presStyleIdx="3" presStyleCnt="6"/>
      <dgm:spPr/>
    </dgm:pt>
    <dgm:pt modelId="{95BFEDF6-DD60-4455-91F7-12C1BD89FD7A}" type="pres">
      <dgm:prSet presAssocID="{CB0A5A5D-C8D6-4A1E-BC39-09C00E07FAC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3A35558-F84A-40B2-A025-FEAA9ACD0D24}" type="pres">
      <dgm:prSet presAssocID="{CB0A5A5D-C8D6-4A1E-BC39-09C00E07FACA}" presName="spaceRect" presStyleCnt="0"/>
      <dgm:spPr/>
    </dgm:pt>
    <dgm:pt modelId="{E5C52F92-5487-46C6-B06F-322F4F1A6610}" type="pres">
      <dgm:prSet presAssocID="{CB0A5A5D-C8D6-4A1E-BC39-09C00E07FACA}" presName="parTx" presStyleLbl="revTx" presStyleIdx="3" presStyleCnt="6">
        <dgm:presLayoutVars>
          <dgm:chMax val="0"/>
          <dgm:chPref val="0"/>
        </dgm:presLayoutVars>
      </dgm:prSet>
      <dgm:spPr/>
    </dgm:pt>
    <dgm:pt modelId="{213E1CFD-48F6-4273-8E1A-B0E1415D151C}" type="pres">
      <dgm:prSet presAssocID="{B9F06E15-D9EB-4ED9-99B8-50BB4E47C9F0}" presName="sibTrans" presStyleCnt="0"/>
      <dgm:spPr/>
    </dgm:pt>
    <dgm:pt modelId="{510E0EA5-218E-4C5D-AE31-7340D2497BA9}" type="pres">
      <dgm:prSet presAssocID="{63EB677D-C82E-44C5-9DB8-6A8D2B9642C8}" presName="compNode" presStyleCnt="0"/>
      <dgm:spPr/>
    </dgm:pt>
    <dgm:pt modelId="{30660BCA-C745-4E6F-8B0A-73EC56CE6522}" type="pres">
      <dgm:prSet presAssocID="{63EB677D-C82E-44C5-9DB8-6A8D2B9642C8}" presName="bgRect" presStyleLbl="bgShp" presStyleIdx="4" presStyleCnt="6"/>
      <dgm:spPr/>
    </dgm:pt>
    <dgm:pt modelId="{4A30A007-3E59-4D03-A5E0-A5F5A92A2DC6}" type="pres">
      <dgm:prSet presAssocID="{63EB677D-C82E-44C5-9DB8-6A8D2B9642C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2D45AC8-D3F5-44E2-A703-A8D7682A2D95}" type="pres">
      <dgm:prSet presAssocID="{63EB677D-C82E-44C5-9DB8-6A8D2B9642C8}" presName="spaceRect" presStyleCnt="0"/>
      <dgm:spPr/>
    </dgm:pt>
    <dgm:pt modelId="{D1AE493C-4732-4092-BA83-FC47C2B11745}" type="pres">
      <dgm:prSet presAssocID="{63EB677D-C82E-44C5-9DB8-6A8D2B9642C8}" presName="parTx" presStyleLbl="revTx" presStyleIdx="4" presStyleCnt="6">
        <dgm:presLayoutVars>
          <dgm:chMax val="0"/>
          <dgm:chPref val="0"/>
        </dgm:presLayoutVars>
      </dgm:prSet>
      <dgm:spPr/>
    </dgm:pt>
    <dgm:pt modelId="{D01B5B4C-24B4-419C-A715-6DAAC5075DAA}" type="pres">
      <dgm:prSet presAssocID="{F5E7E7BE-F7BB-41F3-A682-AAE11DA67F64}" presName="sibTrans" presStyleCnt="0"/>
      <dgm:spPr/>
    </dgm:pt>
    <dgm:pt modelId="{A5482F81-ADF4-4433-8FB3-8CFEC13433AC}" type="pres">
      <dgm:prSet presAssocID="{7F17ADD2-2DCC-492B-8BA8-7A24ED39EF72}" presName="compNode" presStyleCnt="0"/>
      <dgm:spPr/>
    </dgm:pt>
    <dgm:pt modelId="{F012CF52-CF4B-480B-9677-F5385158A595}" type="pres">
      <dgm:prSet presAssocID="{7F17ADD2-2DCC-492B-8BA8-7A24ED39EF72}" presName="bgRect" presStyleLbl="bgShp" presStyleIdx="5" presStyleCnt="6"/>
      <dgm:spPr/>
    </dgm:pt>
    <dgm:pt modelId="{087C2673-5900-4961-BD6B-15BB6BA12FD0}" type="pres">
      <dgm:prSet presAssocID="{7F17ADD2-2DCC-492B-8BA8-7A24ED39EF7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D99C450-E041-4BA7-A396-EE7C4E4E2CDC}" type="pres">
      <dgm:prSet presAssocID="{7F17ADD2-2DCC-492B-8BA8-7A24ED39EF72}" presName="spaceRect" presStyleCnt="0"/>
      <dgm:spPr/>
    </dgm:pt>
    <dgm:pt modelId="{0A9DC657-CEA5-4FE4-9BAD-5A3661842AF5}" type="pres">
      <dgm:prSet presAssocID="{7F17ADD2-2DCC-492B-8BA8-7A24ED39EF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12C5C01-20A5-4102-ACF4-BC0F410FED5F}" srcId="{C48E0E08-F9B5-43B3-8449-0D5932B24741}" destId="{7F17ADD2-2DCC-492B-8BA8-7A24ED39EF72}" srcOrd="5" destOrd="0" parTransId="{BF04454A-2745-43B1-A68E-C459D9BCA332}" sibTransId="{377AFD16-9970-40BD-8C7D-7A4E9FD18379}"/>
    <dgm:cxn modelId="{D8FE9C15-5213-4EDA-8DDD-30826EC422F4}" srcId="{C48E0E08-F9B5-43B3-8449-0D5932B24741}" destId="{63EB677D-C82E-44C5-9DB8-6A8D2B9642C8}" srcOrd="4" destOrd="0" parTransId="{24D57A0A-BA7E-4BEB-85B9-1734F7CF84D4}" sibTransId="{F5E7E7BE-F7BB-41F3-A682-AAE11DA67F64}"/>
    <dgm:cxn modelId="{2DFA321A-E197-46F2-8664-F3C75B8AA780}" srcId="{C48E0E08-F9B5-43B3-8449-0D5932B24741}" destId="{CB0A5A5D-C8D6-4A1E-BC39-09C00E07FACA}" srcOrd="3" destOrd="0" parTransId="{67907085-7E9E-4419-89FE-8D3116A914E1}" sibTransId="{B9F06E15-D9EB-4ED9-99B8-50BB4E47C9F0}"/>
    <dgm:cxn modelId="{9A519131-5F8B-49DB-999E-94719A4800B7}" srcId="{C48E0E08-F9B5-43B3-8449-0D5932B24741}" destId="{BE6E537D-A4BE-4CA8-97C3-A00F87E574EE}" srcOrd="1" destOrd="0" parTransId="{4F7EE411-C297-422B-9D27-05083589721A}" sibTransId="{E0EEFA3F-03A5-47A5-93A3-5165F9F78D03}"/>
    <dgm:cxn modelId="{AEE60C7F-F049-4314-9D49-DD0506919F3B}" type="presOf" srcId="{63EB677D-C82E-44C5-9DB8-6A8D2B9642C8}" destId="{D1AE493C-4732-4092-BA83-FC47C2B11745}" srcOrd="0" destOrd="0" presId="urn:microsoft.com/office/officeart/2018/2/layout/IconVerticalSolidList"/>
    <dgm:cxn modelId="{5A2AC79B-3E03-430D-AD15-71D7B6192455}" type="presOf" srcId="{C48E0E08-F9B5-43B3-8449-0D5932B24741}" destId="{B77E5196-785D-4932-A9FA-8DD12E13569F}" srcOrd="0" destOrd="0" presId="urn:microsoft.com/office/officeart/2018/2/layout/IconVerticalSolidList"/>
    <dgm:cxn modelId="{2094D3AF-BD5A-4A30-BE7C-C85CF2D84F8E}" type="presOf" srcId="{CB0A5A5D-C8D6-4A1E-BC39-09C00E07FACA}" destId="{E5C52F92-5487-46C6-B06F-322F4F1A6610}" srcOrd="0" destOrd="0" presId="urn:microsoft.com/office/officeart/2018/2/layout/IconVerticalSolidList"/>
    <dgm:cxn modelId="{43FAA0B9-70AB-4B65-9008-56A3BEB76579}" srcId="{C48E0E08-F9B5-43B3-8449-0D5932B24741}" destId="{C2473356-22D3-446D-A12B-025BA05F04B5}" srcOrd="0" destOrd="0" parTransId="{52FCE385-C9AE-4E01-B639-0DED700EBB88}" sibTransId="{EC917B72-E425-4D99-B059-BD988E3D6762}"/>
    <dgm:cxn modelId="{BDCA8AED-9DBE-4D86-A8E2-86E10ED6396E}" type="presOf" srcId="{F64BE270-196F-4653-83D9-547A2121902E}" destId="{A7D9B39F-06D1-4647-9E70-3F3683A4B85A}" srcOrd="0" destOrd="0" presId="urn:microsoft.com/office/officeart/2018/2/layout/IconVerticalSolidList"/>
    <dgm:cxn modelId="{640846F1-32DA-429A-8634-B4008B5A62DC}" type="presOf" srcId="{7F17ADD2-2DCC-492B-8BA8-7A24ED39EF72}" destId="{0A9DC657-CEA5-4FE4-9BAD-5A3661842AF5}" srcOrd="0" destOrd="0" presId="urn:microsoft.com/office/officeart/2018/2/layout/IconVerticalSolidList"/>
    <dgm:cxn modelId="{71DEEBF2-398A-4DE7-A5A0-56F463C78E26}" type="presOf" srcId="{C2473356-22D3-446D-A12B-025BA05F04B5}" destId="{D54DB68B-7BCD-454B-BF5B-4FA95ACC6E00}" srcOrd="0" destOrd="0" presId="urn:microsoft.com/office/officeart/2018/2/layout/IconVerticalSolidList"/>
    <dgm:cxn modelId="{4B9CA7FB-6DB5-4EB5-B479-A779209FC4C1}" type="presOf" srcId="{BE6E537D-A4BE-4CA8-97C3-A00F87E574EE}" destId="{53D1A38F-B6FB-4269-9840-DF6A20D48713}" srcOrd="0" destOrd="0" presId="urn:microsoft.com/office/officeart/2018/2/layout/IconVerticalSolidList"/>
    <dgm:cxn modelId="{0C7BE2FC-CE2C-41B3-BFF9-25CA3EBAD1B9}" srcId="{C48E0E08-F9B5-43B3-8449-0D5932B24741}" destId="{F64BE270-196F-4653-83D9-547A2121902E}" srcOrd="2" destOrd="0" parTransId="{6F036747-2BAE-44FD-8328-04B8CE784F04}" sibTransId="{6C8EBDAF-43B0-4BAF-8FD2-5037A323D0C8}"/>
    <dgm:cxn modelId="{FE93DB0B-0D86-439A-B818-46513B12AD3A}" type="presParOf" srcId="{B77E5196-785D-4932-A9FA-8DD12E13569F}" destId="{2169FFC9-7EBC-416C-8896-33E08CFC4146}" srcOrd="0" destOrd="0" presId="urn:microsoft.com/office/officeart/2018/2/layout/IconVerticalSolidList"/>
    <dgm:cxn modelId="{B458281A-FFE2-44EE-A9E2-03DA922F648A}" type="presParOf" srcId="{2169FFC9-7EBC-416C-8896-33E08CFC4146}" destId="{C0737285-46BC-4EDB-A03E-3861D16311C5}" srcOrd="0" destOrd="0" presId="urn:microsoft.com/office/officeart/2018/2/layout/IconVerticalSolidList"/>
    <dgm:cxn modelId="{099930F0-2016-4302-AE71-31F017B5CD4B}" type="presParOf" srcId="{2169FFC9-7EBC-416C-8896-33E08CFC4146}" destId="{CD8DC82F-9FEE-4D2E-9F2E-39DAFB466CD7}" srcOrd="1" destOrd="0" presId="urn:microsoft.com/office/officeart/2018/2/layout/IconVerticalSolidList"/>
    <dgm:cxn modelId="{05EE20CD-BDA8-44AE-8923-6C68B7FB139F}" type="presParOf" srcId="{2169FFC9-7EBC-416C-8896-33E08CFC4146}" destId="{970BF111-6AF5-462D-8723-48ACE468D351}" srcOrd="2" destOrd="0" presId="urn:microsoft.com/office/officeart/2018/2/layout/IconVerticalSolidList"/>
    <dgm:cxn modelId="{0E4978B5-A5FC-4B41-9257-9DDBCDB6CA74}" type="presParOf" srcId="{2169FFC9-7EBC-416C-8896-33E08CFC4146}" destId="{D54DB68B-7BCD-454B-BF5B-4FA95ACC6E00}" srcOrd="3" destOrd="0" presId="urn:microsoft.com/office/officeart/2018/2/layout/IconVerticalSolidList"/>
    <dgm:cxn modelId="{B8D31525-547C-4B1C-B784-E26D2AE282CB}" type="presParOf" srcId="{B77E5196-785D-4932-A9FA-8DD12E13569F}" destId="{4B16907D-EE04-4589-8C15-AD69165DA2B5}" srcOrd="1" destOrd="0" presId="urn:microsoft.com/office/officeart/2018/2/layout/IconVerticalSolidList"/>
    <dgm:cxn modelId="{35D83011-9123-4882-9CD6-332DED3FA990}" type="presParOf" srcId="{B77E5196-785D-4932-A9FA-8DD12E13569F}" destId="{0AEEFB56-1749-4EEB-A8EB-9923B0C1632D}" srcOrd="2" destOrd="0" presId="urn:microsoft.com/office/officeart/2018/2/layout/IconVerticalSolidList"/>
    <dgm:cxn modelId="{10482E28-4119-457D-8F69-FD2D2A6D1A1B}" type="presParOf" srcId="{0AEEFB56-1749-4EEB-A8EB-9923B0C1632D}" destId="{BE8A5941-68DF-497F-B0E6-1477E3E273D3}" srcOrd="0" destOrd="0" presId="urn:microsoft.com/office/officeart/2018/2/layout/IconVerticalSolidList"/>
    <dgm:cxn modelId="{6067A133-80B3-409A-8CA7-A4CD6715A3A1}" type="presParOf" srcId="{0AEEFB56-1749-4EEB-A8EB-9923B0C1632D}" destId="{87C1CF28-D74D-4AAA-8A07-0D79726EE5F5}" srcOrd="1" destOrd="0" presId="urn:microsoft.com/office/officeart/2018/2/layout/IconVerticalSolidList"/>
    <dgm:cxn modelId="{83ADE8A0-6863-4052-BB5F-F873B0C2B823}" type="presParOf" srcId="{0AEEFB56-1749-4EEB-A8EB-9923B0C1632D}" destId="{DC038FA6-ADC2-4123-A6D2-B9F572C07BB7}" srcOrd="2" destOrd="0" presId="urn:microsoft.com/office/officeart/2018/2/layout/IconVerticalSolidList"/>
    <dgm:cxn modelId="{3A26F113-30BA-4C33-8B94-5CADF742279F}" type="presParOf" srcId="{0AEEFB56-1749-4EEB-A8EB-9923B0C1632D}" destId="{53D1A38F-B6FB-4269-9840-DF6A20D48713}" srcOrd="3" destOrd="0" presId="urn:microsoft.com/office/officeart/2018/2/layout/IconVerticalSolidList"/>
    <dgm:cxn modelId="{A57E18E7-4E22-4ADB-A3A6-0704A9F88409}" type="presParOf" srcId="{B77E5196-785D-4932-A9FA-8DD12E13569F}" destId="{D5E34DD6-CB14-48A6-A951-179EBCF387DE}" srcOrd="3" destOrd="0" presId="urn:microsoft.com/office/officeart/2018/2/layout/IconVerticalSolidList"/>
    <dgm:cxn modelId="{361D9B5D-375C-432E-9A4E-E6BF927D6B27}" type="presParOf" srcId="{B77E5196-785D-4932-A9FA-8DD12E13569F}" destId="{BC846F49-E9D3-4245-9B37-F1ACDF02D4ED}" srcOrd="4" destOrd="0" presId="urn:microsoft.com/office/officeart/2018/2/layout/IconVerticalSolidList"/>
    <dgm:cxn modelId="{0A4A2DAE-8057-4B9B-A265-F8CE638C009B}" type="presParOf" srcId="{BC846F49-E9D3-4245-9B37-F1ACDF02D4ED}" destId="{7CC75D7D-639B-47CE-9E8D-64531EA5D7C2}" srcOrd="0" destOrd="0" presId="urn:microsoft.com/office/officeart/2018/2/layout/IconVerticalSolidList"/>
    <dgm:cxn modelId="{962AE12B-C5C1-49D5-BC6D-C3D8D17C31E9}" type="presParOf" srcId="{BC846F49-E9D3-4245-9B37-F1ACDF02D4ED}" destId="{96B035E2-BBE5-4CD9-BD5A-51F24B5E0C95}" srcOrd="1" destOrd="0" presId="urn:microsoft.com/office/officeart/2018/2/layout/IconVerticalSolidList"/>
    <dgm:cxn modelId="{83B0115F-B5E4-47F6-8BD4-CE0891DE027A}" type="presParOf" srcId="{BC846F49-E9D3-4245-9B37-F1ACDF02D4ED}" destId="{CDF02EDB-EAFD-4B22-A838-74BE504450B6}" srcOrd="2" destOrd="0" presId="urn:microsoft.com/office/officeart/2018/2/layout/IconVerticalSolidList"/>
    <dgm:cxn modelId="{73865B7E-1DCC-4A99-B330-974825FC45A9}" type="presParOf" srcId="{BC846F49-E9D3-4245-9B37-F1ACDF02D4ED}" destId="{A7D9B39F-06D1-4647-9E70-3F3683A4B85A}" srcOrd="3" destOrd="0" presId="urn:microsoft.com/office/officeart/2018/2/layout/IconVerticalSolidList"/>
    <dgm:cxn modelId="{0B9CEA08-DF14-4409-8AD6-B402FF5D1926}" type="presParOf" srcId="{B77E5196-785D-4932-A9FA-8DD12E13569F}" destId="{FE17B398-6CA3-4A64-A972-DBA59992335A}" srcOrd="5" destOrd="0" presId="urn:microsoft.com/office/officeart/2018/2/layout/IconVerticalSolidList"/>
    <dgm:cxn modelId="{D264E54C-CCD8-432E-B427-FE6E11EB6912}" type="presParOf" srcId="{B77E5196-785D-4932-A9FA-8DD12E13569F}" destId="{ADED0225-492B-40EA-A5DA-ADE6267ACFF8}" srcOrd="6" destOrd="0" presId="urn:microsoft.com/office/officeart/2018/2/layout/IconVerticalSolidList"/>
    <dgm:cxn modelId="{4D5B9AAB-1E74-4445-80B3-E173B6DF6F40}" type="presParOf" srcId="{ADED0225-492B-40EA-A5DA-ADE6267ACFF8}" destId="{71C83CC9-AE4C-4439-A6DA-BD3358614B16}" srcOrd="0" destOrd="0" presId="urn:microsoft.com/office/officeart/2018/2/layout/IconVerticalSolidList"/>
    <dgm:cxn modelId="{1C35F8B0-35C6-40C6-8408-3B055F29641B}" type="presParOf" srcId="{ADED0225-492B-40EA-A5DA-ADE6267ACFF8}" destId="{95BFEDF6-DD60-4455-91F7-12C1BD89FD7A}" srcOrd="1" destOrd="0" presId="urn:microsoft.com/office/officeart/2018/2/layout/IconVerticalSolidList"/>
    <dgm:cxn modelId="{31F32AC0-0822-4646-BED9-3E5F0B97D368}" type="presParOf" srcId="{ADED0225-492B-40EA-A5DA-ADE6267ACFF8}" destId="{43A35558-F84A-40B2-A025-FEAA9ACD0D24}" srcOrd="2" destOrd="0" presId="urn:microsoft.com/office/officeart/2018/2/layout/IconVerticalSolidList"/>
    <dgm:cxn modelId="{FD1B2BE0-0DA9-4B12-A5FF-D7D2911CA014}" type="presParOf" srcId="{ADED0225-492B-40EA-A5DA-ADE6267ACFF8}" destId="{E5C52F92-5487-46C6-B06F-322F4F1A6610}" srcOrd="3" destOrd="0" presId="urn:microsoft.com/office/officeart/2018/2/layout/IconVerticalSolidList"/>
    <dgm:cxn modelId="{99FDD1E6-28DC-4FF0-A7CE-AB494EBC68B9}" type="presParOf" srcId="{B77E5196-785D-4932-A9FA-8DD12E13569F}" destId="{213E1CFD-48F6-4273-8E1A-B0E1415D151C}" srcOrd="7" destOrd="0" presId="urn:microsoft.com/office/officeart/2018/2/layout/IconVerticalSolidList"/>
    <dgm:cxn modelId="{9AA81ACC-2990-46A6-9E44-D87E44C69ACB}" type="presParOf" srcId="{B77E5196-785D-4932-A9FA-8DD12E13569F}" destId="{510E0EA5-218E-4C5D-AE31-7340D2497BA9}" srcOrd="8" destOrd="0" presId="urn:microsoft.com/office/officeart/2018/2/layout/IconVerticalSolidList"/>
    <dgm:cxn modelId="{0BE8CB55-A6E6-4359-8AF1-7F2B406BE50E}" type="presParOf" srcId="{510E0EA5-218E-4C5D-AE31-7340D2497BA9}" destId="{30660BCA-C745-4E6F-8B0A-73EC56CE6522}" srcOrd="0" destOrd="0" presId="urn:microsoft.com/office/officeart/2018/2/layout/IconVerticalSolidList"/>
    <dgm:cxn modelId="{4192D358-14C8-4B63-BBAC-0DC860EAD1DA}" type="presParOf" srcId="{510E0EA5-218E-4C5D-AE31-7340D2497BA9}" destId="{4A30A007-3E59-4D03-A5E0-A5F5A92A2DC6}" srcOrd="1" destOrd="0" presId="urn:microsoft.com/office/officeart/2018/2/layout/IconVerticalSolidList"/>
    <dgm:cxn modelId="{6B1ABA50-4438-40B2-83DB-DA3874C446D8}" type="presParOf" srcId="{510E0EA5-218E-4C5D-AE31-7340D2497BA9}" destId="{C2D45AC8-D3F5-44E2-A703-A8D7682A2D95}" srcOrd="2" destOrd="0" presId="urn:microsoft.com/office/officeart/2018/2/layout/IconVerticalSolidList"/>
    <dgm:cxn modelId="{403471EB-9D5C-49D5-AA25-122A6F22C2D5}" type="presParOf" srcId="{510E0EA5-218E-4C5D-AE31-7340D2497BA9}" destId="{D1AE493C-4732-4092-BA83-FC47C2B11745}" srcOrd="3" destOrd="0" presId="urn:microsoft.com/office/officeart/2018/2/layout/IconVerticalSolidList"/>
    <dgm:cxn modelId="{4EA52328-C380-4945-A60E-40545DE492E6}" type="presParOf" srcId="{B77E5196-785D-4932-A9FA-8DD12E13569F}" destId="{D01B5B4C-24B4-419C-A715-6DAAC5075DAA}" srcOrd="9" destOrd="0" presId="urn:microsoft.com/office/officeart/2018/2/layout/IconVerticalSolidList"/>
    <dgm:cxn modelId="{C3E76903-228F-4B05-B61A-27B30235A9B7}" type="presParOf" srcId="{B77E5196-785D-4932-A9FA-8DD12E13569F}" destId="{A5482F81-ADF4-4433-8FB3-8CFEC13433AC}" srcOrd="10" destOrd="0" presId="urn:microsoft.com/office/officeart/2018/2/layout/IconVerticalSolidList"/>
    <dgm:cxn modelId="{324A868F-E60B-4141-8A84-11059F2FB561}" type="presParOf" srcId="{A5482F81-ADF4-4433-8FB3-8CFEC13433AC}" destId="{F012CF52-CF4B-480B-9677-F5385158A595}" srcOrd="0" destOrd="0" presId="urn:microsoft.com/office/officeart/2018/2/layout/IconVerticalSolidList"/>
    <dgm:cxn modelId="{DCF30151-7E76-4DAD-AED9-AA6C752C6D21}" type="presParOf" srcId="{A5482F81-ADF4-4433-8FB3-8CFEC13433AC}" destId="{087C2673-5900-4961-BD6B-15BB6BA12FD0}" srcOrd="1" destOrd="0" presId="urn:microsoft.com/office/officeart/2018/2/layout/IconVerticalSolidList"/>
    <dgm:cxn modelId="{0B51DBFB-10D3-431B-84FC-08A10DEC9C9C}" type="presParOf" srcId="{A5482F81-ADF4-4433-8FB3-8CFEC13433AC}" destId="{0D99C450-E041-4BA7-A396-EE7C4E4E2CDC}" srcOrd="2" destOrd="0" presId="urn:microsoft.com/office/officeart/2018/2/layout/IconVerticalSolidList"/>
    <dgm:cxn modelId="{A788AF91-71E3-43DE-BA6F-9D8552DAB13B}" type="presParOf" srcId="{A5482F81-ADF4-4433-8FB3-8CFEC13433AC}" destId="{0A9DC657-CEA5-4FE4-9BAD-5A3661842A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7A780-D3C5-4FA6-BAC6-5691EC438D68}">
      <dsp:nvSpPr>
        <dsp:cNvPr id="0" name=""/>
        <dsp:cNvSpPr/>
      </dsp:nvSpPr>
      <dsp:spPr>
        <a:xfrm>
          <a:off x="2164123" y="624485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4824" y="667721"/>
        <a:ext cx="24842" cy="4968"/>
      </dsp:txXfrm>
    </dsp:sp>
    <dsp:sp modelId="{378BECCA-8417-4679-B406-B0892DF0B923}">
      <dsp:nvSpPr>
        <dsp:cNvPr id="0" name=""/>
        <dsp:cNvSpPr/>
      </dsp:nvSpPr>
      <dsp:spPr>
        <a:xfrm>
          <a:off x="5738" y="22149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Current AI Environment Analysis </a:t>
          </a:r>
          <a:r>
            <a:rPr lang="en-US" sz="1900" kern="1200"/>
            <a:t> ( As it is situation )</a:t>
          </a:r>
        </a:p>
      </dsp:txBody>
      <dsp:txXfrm>
        <a:off x="5738" y="22149"/>
        <a:ext cx="2160185" cy="1296111"/>
      </dsp:txXfrm>
    </dsp:sp>
    <dsp:sp modelId="{F7BFAA91-A707-46D3-936D-E73A66511235}">
      <dsp:nvSpPr>
        <dsp:cNvPr id="0" name=""/>
        <dsp:cNvSpPr/>
      </dsp:nvSpPr>
      <dsp:spPr>
        <a:xfrm>
          <a:off x="4821151" y="624485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851" y="667721"/>
        <a:ext cx="24842" cy="4968"/>
      </dsp:txXfrm>
    </dsp:sp>
    <dsp:sp modelId="{345E386F-C23C-48CB-AB6D-7EC92AC3E834}">
      <dsp:nvSpPr>
        <dsp:cNvPr id="0" name=""/>
        <dsp:cNvSpPr/>
      </dsp:nvSpPr>
      <dsp:spPr>
        <a:xfrm>
          <a:off x="2662766" y="22149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LLM &amp; Technology Research </a:t>
          </a:r>
          <a:r>
            <a:rPr lang="en-US" sz="1900" kern="1200"/>
            <a:t> </a:t>
          </a:r>
        </a:p>
      </dsp:txBody>
      <dsp:txXfrm>
        <a:off x="2662766" y="22149"/>
        <a:ext cx="2160185" cy="1296111"/>
      </dsp:txXfrm>
    </dsp:sp>
    <dsp:sp modelId="{67D0C8AD-1093-4C63-BB1C-913503DC3C8A}">
      <dsp:nvSpPr>
        <dsp:cNvPr id="0" name=""/>
        <dsp:cNvSpPr/>
      </dsp:nvSpPr>
      <dsp:spPr>
        <a:xfrm>
          <a:off x="1085831" y="1316460"/>
          <a:ext cx="5314055" cy="466242"/>
        </a:xfrm>
        <a:custGeom>
          <a:avLst/>
          <a:gdLst/>
          <a:ahLst/>
          <a:cxnLst/>
          <a:rect l="0" t="0" r="0" b="0"/>
          <a:pathLst>
            <a:path>
              <a:moveTo>
                <a:pt x="5314055" y="0"/>
              </a:moveTo>
              <a:lnTo>
                <a:pt x="5314055" y="250221"/>
              </a:lnTo>
              <a:lnTo>
                <a:pt x="0" y="250221"/>
              </a:lnTo>
              <a:lnTo>
                <a:pt x="0" y="46624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9428" y="1547097"/>
        <a:ext cx="266861" cy="4968"/>
      </dsp:txXfrm>
    </dsp:sp>
    <dsp:sp modelId="{2C6A1541-CA3E-4113-BDE2-8E8CF7EEC8F7}">
      <dsp:nvSpPr>
        <dsp:cNvPr id="0" name=""/>
        <dsp:cNvSpPr/>
      </dsp:nvSpPr>
      <dsp:spPr>
        <a:xfrm>
          <a:off x="5319794" y="22149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Benchmark &amp; Test Framework </a:t>
          </a:r>
          <a:endParaRPr lang="en-US" sz="1900" kern="1200"/>
        </a:p>
      </dsp:txBody>
      <dsp:txXfrm>
        <a:off x="5319794" y="22149"/>
        <a:ext cx="2160185" cy="1296111"/>
      </dsp:txXfrm>
    </dsp:sp>
    <dsp:sp modelId="{28E685E0-A3F9-4E18-82B6-98F93A0DD48B}">
      <dsp:nvSpPr>
        <dsp:cNvPr id="0" name=""/>
        <dsp:cNvSpPr/>
      </dsp:nvSpPr>
      <dsp:spPr>
        <a:xfrm>
          <a:off x="2164123" y="2417439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4824" y="2460674"/>
        <a:ext cx="24842" cy="4968"/>
      </dsp:txXfrm>
    </dsp:sp>
    <dsp:sp modelId="{47ECC57C-7D3F-44CA-A357-BAFD2E4D5358}">
      <dsp:nvSpPr>
        <dsp:cNvPr id="0" name=""/>
        <dsp:cNvSpPr/>
      </dsp:nvSpPr>
      <dsp:spPr>
        <a:xfrm>
          <a:off x="5738" y="1815103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Benchmark Results &amp; Evaluation </a:t>
          </a:r>
          <a:endParaRPr lang="en-US" sz="1900" kern="1200"/>
        </a:p>
      </dsp:txBody>
      <dsp:txXfrm>
        <a:off x="5738" y="1815103"/>
        <a:ext cx="2160185" cy="1296111"/>
      </dsp:txXfrm>
    </dsp:sp>
    <dsp:sp modelId="{25B2F545-7573-4595-997B-E9968890EBCC}">
      <dsp:nvSpPr>
        <dsp:cNvPr id="0" name=""/>
        <dsp:cNvSpPr/>
      </dsp:nvSpPr>
      <dsp:spPr>
        <a:xfrm>
          <a:off x="4821151" y="2417439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851" y="2460674"/>
        <a:ext cx="24842" cy="4968"/>
      </dsp:txXfrm>
    </dsp:sp>
    <dsp:sp modelId="{6B8310B7-ABC1-4B0C-866B-5085DE4E6FED}">
      <dsp:nvSpPr>
        <dsp:cNvPr id="0" name=""/>
        <dsp:cNvSpPr/>
      </dsp:nvSpPr>
      <dsp:spPr>
        <a:xfrm>
          <a:off x="2662766" y="1815103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Hardware Requirements Analysis </a:t>
          </a:r>
          <a:endParaRPr lang="en-US" sz="1900" kern="1200"/>
        </a:p>
      </dsp:txBody>
      <dsp:txXfrm>
        <a:off x="2662766" y="1815103"/>
        <a:ext cx="2160185" cy="1296111"/>
      </dsp:txXfrm>
    </dsp:sp>
    <dsp:sp modelId="{26F38C4C-0387-41E1-A854-4916DC58BEC2}">
      <dsp:nvSpPr>
        <dsp:cNvPr id="0" name=""/>
        <dsp:cNvSpPr/>
      </dsp:nvSpPr>
      <dsp:spPr>
        <a:xfrm>
          <a:off x="1085831" y="3109414"/>
          <a:ext cx="5314055" cy="466242"/>
        </a:xfrm>
        <a:custGeom>
          <a:avLst/>
          <a:gdLst/>
          <a:ahLst/>
          <a:cxnLst/>
          <a:rect l="0" t="0" r="0" b="0"/>
          <a:pathLst>
            <a:path>
              <a:moveTo>
                <a:pt x="5314055" y="0"/>
              </a:moveTo>
              <a:lnTo>
                <a:pt x="5314055" y="250221"/>
              </a:lnTo>
              <a:lnTo>
                <a:pt x="0" y="250221"/>
              </a:lnTo>
              <a:lnTo>
                <a:pt x="0" y="46624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9428" y="3340051"/>
        <a:ext cx="266861" cy="4968"/>
      </dsp:txXfrm>
    </dsp:sp>
    <dsp:sp modelId="{A8FACCEC-AB00-4282-AB23-F429EF6C8982}">
      <dsp:nvSpPr>
        <dsp:cNvPr id="0" name=""/>
        <dsp:cNvSpPr/>
      </dsp:nvSpPr>
      <dsp:spPr>
        <a:xfrm>
          <a:off x="5319794" y="1815103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Financial Feasibility Analysis </a:t>
          </a:r>
          <a:endParaRPr lang="en-US" sz="1900" kern="1200"/>
        </a:p>
      </dsp:txBody>
      <dsp:txXfrm>
        <a:off x="5319794" y="1815103"/>
        <a:ext cx="2160185" cy="1296111"/>
      </dsp:txXfrm>
    </dsp:sp>
    <dsp:sp modelId="{476C5D47-9205-48B4-86AA-B8CF897E925F}">
      <dsp:nvSpPr>
        <dsp:cNvPr id="0" name=""/>
        <dsp:cNvSpPr/>
      </dsp:nvSpPr>
      <dsp:spPr>
        <a:xfrm>
          <a:off x="5738" y="3608057"/>
          <a:ext cx="2160185" cy="12961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900" kern="1200"/>
            <a:t>Final Feasibility Study &amp; Recommendation</a:t>
          </a:r>
          <a:endParaRPr lang="en-US" sz="1900" kern="1200"/>
        </a:p>
      </dsp:txBody>
      <dsp:txXfrm>
        <a:off x="5738" y="3608057"/>
        <a:ext cx="2160185" cy="1296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37285-46BC-4EDB-A03E-3861D16311C5}">
      <dsp:nvSpPr>
        <dsp:cNvPr id="0" name=""/>
        <dsp:cNvSpPr/>
      </dsp:nvSpPr>
      <dsp:spPr>
        <a:xfrm>
          <a:off x="0" y="4147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DC82F-9FEE-4D2E-9F2E-39DAFB466CD7}">
      <dsp:nvSpPr>
        <dsp:cNvPr id="0" name=""/>
        <dsp:cNvSpPr/>
      </dsp:nvSpPr>
      <dsp:spPr>
        <a:xfrm>
          <a:off x="200392" y="153199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DB68B-7BCD-454B-BF5B-4FA95ACC6E00}">
      <dsp:nvSpPr>
        <dsp:cNvPr id="0" name=""/>
        <dsp:cNvSpPr/>
      </dsp:nvSpPr>
      <dsp:spPr>
        <a:xfrm>
          <a:off x="765490" y="4147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1. Orientation &amp; Analysis</a:t>
          </a:r>
          <a:br>
            <a:rPr lang="en-NL" sz="1400" kern="1200"/>
          </a:br>
          <a:r>
            <a:rPr lang="en-NL" sz="1400" kern="1200"/>
            <a:t>Understand Nahayat’s AI environment, use cases and requirements.</a:t>
          </a:r>
          <a:endParaRPr lang="en-US" sz="1400" kern="1200"/>
        </a:p>
      </dsp:txBody>
      <dsp:txXfrm>
        <a:off x="765490" y="4147"/>
        <a:ext cx="6427739" cy="703857"/>
      </dsp:txXfrm>
    </dsp:sp>
    <dsp:sp modelId="{BE8A5941-68DF-497F-B0E6-1477E3E273D3}">
      <dsp:nvSpPr>
        <dsp:cNvPr id="0" name=""/>
        <dsp:cNvSpPr/>
      </dsp:nvSpPr>
      <dsp:spPr>
        <a:xfrm>
          <a:off x="0" y="883969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1CF28-D74D-4AAA-8A07-0D79726EE5F5}">
      <dsp:nvSpPr>
        <dsp:cNvPr id="0" name=""/>
        <dsp:cNvSpPr/>
      </dsp:nvSpPr>
      <dsp:spPr>
        <a:xfrm>
          <a:off x="200392" y="1033021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1A38F-B6FB-4269-9840-DF6A20D48713}">
      <dsp:nvSpPr>
        <dsp:cNvPr id="0" name=""/>
        <dsp:cNvSpPr/>
      </dsp:nvSpPr>
      <dsp:spPr>
        <a:xfrm>
          <a:off x="765490" y="883969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2. LLM &amp; Technology Research</a:t>
          </a:r>
          <a:br>
            <a:rPr lang="en-NL" sz="1400" kern="1200"/>
          </a:br>
          <a:r>
            <a:rPr lang="en-NL" sz="1400" kern="1200"/>
            <a:t>Research and select suitable local models and inference technologies.</a:t>
          </a:r>
          <a:endParaRPr lang="en-US" sz="1400" kern="1200"/>
        </a:p>
      </dsp:txBody>
      <dsp:txXfrm>
        <a:off x="765490" y="883969"/>
        <a:ext cx="6427739" cy="703857"/>
      </dsp:txXfrm>
    </dsp:sp>
    <dsp:sp modelId="{7CC75D7D-639B-47CE-9E8D-64531EA5D7C2}">
      <dsp:nvSpPr>
        <dsp:cNvPr id="0" name=""/>
        <dsp:cNvSpPr/>
      </dsp:nvSpPr>
      <dsp:spPr>
        <a:xfrm>
          <a:off x="0" y="1763790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035E2-BBE5-4CD9-BD5A-51F24B5E0C95}">
      <dsp:nvSpPr>
        <dsp:cNvPr id="0" name=""/>
        <dsp:cNvSpPr/>
      </dsp:nvSpPr>
      <dsp:spPr>
        <a:xfrm>
          <a:off x="200392" y="1912842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9B39F-06D1-4647-9E70-3F3683A4B85A}">
      <dsp:nvSpPr>
        <dsp:cNvPr id="0" name=""/>
        <dsp:cNvSpPr/>
      </dsp:nvSpPr>
      <dsp:spPr>
        <a:xfrm>
          <a:off x="765490" y="1763790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3. Prototype &amp; Integration</a:t>
          </a:r>
          <a:br>
            <a:rPr lang="en-NL" sz="1400" kern="1200"/>
          </a:br>
          <a:r>
            <a:rPr lang="en-NL" sz="1400" kern="1200"/>
            <a:t>Deploy selected models and create representative use-case prototypes.</a:t>
          </a:r>
          <a:endParaRPr lang="en-US" sz="1400" kern="1200"/>
        </a:p>
      </dsp:txBody>
      <dsp:txXfrm>
        <a:off x="765490" y="1763790"/>
        <a:ext cx="6427739" cy="703857"/>
      </dsp:txXfrm>
    </dsp:sp>
    <dsp:sp modelId="{71C83CC9-AE4C-4439-A6DA-BD3358614B16}">
      <dsp:nvSpPr>
        <dsp:cNvPr id="0" name=""/>
        <dsp:cNvSpPr/>
      </dsp:nvSpPr>
      <dsp:spPr>
        <a:xfrm>
          <a:off x="0" y="2643612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BFEDF6-DD60-4455-91F7-12C1BD89FD7A}">
      <dsp:nvSpPr>
        <dsp:cNvPr id="0" name=""/>
        <dsp:cNvSpPr/>
      </dsp:nvSpPr>
      <dsp:spPr>
        <a:xfrm>
          <a:off x="200392" y="2792664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52F92-5487-46C6-B06F-322F4F1A6610}">
      <dsp:nvSpPr>
        <dsp:cNvPr id="0" name=""/>
        <dsp:cNvSpPr/>
      </dsp:nvSpPr>
      <dsp:spPr>
        <a:xfrm>
          <a:off x="765490" y="2643612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4. Benchmarking &amp; Evaluation</a:t>
          </a:r>
          <a:br>
            <a:rPr lang="en-NL" sz="1400" kern="1200"/>
          </a:br>
          <a:r>
            <a:rPr lang="en-NL" sz="1400" kern="1200"/>
            <a:t>Compare local models with cloud models on quality, performance and resource usage.</a:t>
          </a:r>
          <a:endParaRPr lang="en-US" sz="1400" kern="1200"/>
        </a:p>
      </dsp:txBody>
      <dsp:txXfrm>
        <a:off x="765490" y="2643612"/>
        <a:ext cx="6427739" cy="703857"/>
      </dsp:txXfrm>
    </dsp:sp>
    <dsp:sp modelId="{30660BCA-C745-4E6F-8B0A-73EC56CE6522}">
      <dsp:nvSpPr>
        <dsp:cNvPr id="0" name=""/>
        <dsp:cNvSpPr/>
      </dsp:nvSpPr>
      <dsp:spPr>
        <a:xfrm>
          <a:off x="0" y="3523433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0A007-3E59-4D03-A5E0-A5F5A92A2DC6}">
      <dsp:nvSpPr>
        <dsp:cNvPr id="0" name=""/>
        <dsp:cNvSpPr/>
      </dsp:nvSpPr>
      <dsp:spPr>
        <a:xfrm>
          <a:off x="200392" y="3672485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E493C-4732-4092-BA83-FC47C2B11745}">
      <dsp:nvSpPr>
        <dsp:cNvPr id="0" name=""/>
        <dsp:cNvSpPr/>
      </dsp:nvSpPr>
      <dsp:spPr>
        <a:xfrm>
          <a:off x="765490" y="3523433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5. Validation &amp; Feasibility</a:t>
          </a:r>
          <a:br>
            <a:rPr lang="en-NL" sz="1400" kern="1200"/>
          </a:br>
          <a:r>
            <a:rPr lang="en-NL" sz="1400" kern="1200"/>
            <a:t>Analyze hardware requirements, costs and financial viability.</a:t>
          </a:r>
          <a:endParaRPr lang="en-US" sz="1400" kern="1200"/>
        </a:p>
      </dsp:txBody>
      <dsp:txXfrm>
        <a:off x="765490" y="3523433"/>
        <a:ext cx="6427739" cy="703857"/>
      </dsp:txXfrm>
    </dsp:sp>
    <dsp:sp modelId="{F012CF52-CF4B-480B-9677-F5385158A595}">
      <dsp:nvSpPr>
        <dsp:cNvPr id="0" name=""/>
        <dsp:cNvSpPr/>
      </dsp:nvSpPr>
      <dsp:spPr>
        <a:xfrm>
          <a:off x="0" y="4403255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C2673-5900-4961-BD6B-15BB6BA12FD0}">
      <dsp:nvSpPr>
        <dsp:cNvPr id="0" name=""/>
        <dsp:cNvSpPr/>
      </dsp:nvSpPr>
      <dsp:spPr>
        <a:xfrm>
          <a:off x="200392" y="4552307"/>
          <a:ext cx="364705" cy="3643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C657-CEA5-4FE4-9BAD-5A3661842AF5}">
      <dsp:nvSpPr>
        <dsp:cNvPr id="0" name=""/>
        <dsp:cNvSpPr/>
      </dsp:nvSpPr>
      <dsp:spPr>
        <a:xfrm>
          <a:off x="765490" y="4403255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1400" b="1" kern="1200"/>
            <a:t>6. Conclusion &amp; Recommendation</a:t>
          </a:r>
          <a:br>
            <a:rPr lang="en-NL" sz="1400" kern="1200"/>
          </a:br>
          <a:r>
            <a:rPr lang="en-NL" sz="1400" kern="1200"/>
            <a:t>Determine where </a:t>
          </a:r>
          <a:r>
            <a:rPr lang="en-NL" sz="1400" b="1" kern="1200"/>
            <a:t>local, cloud or hybrid LLM solutions</a:t>
          </a:r>
          <a:r>
            <a:rPr lang="en-NL" sz="1400" kern="1200"/>
            <a:t> are most applicable and finalize the project deliverables.</a:t>
          </a:r>
          <a:endParaRPr lang="en-US" sz="1400" kern="1200"/>
        </a:p>
      </dsp:txBody>
      <dsp:txXfrm>
        <a:off x="765490" y="4403255"/>
        <a:ext cx="6427739" cy="703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54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8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8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1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6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6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8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05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76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4DBE4-DA4C-7B48-8023-7759086F2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1083" y="1409700"/>
            <a:ext cx="4167042" cy="2875865"/>
          </a:xfrm>
        </p:spPr>
        <p:txBody>
          <a:bodyPr anchor="b">
            <a:normAutofit/>
          </a:bodyPr>
          <a:lstStyle/>
          <a:p>
            <a:r>
              <a:rPr lang="en-US" sz="5000"/>
              <a:t>Nahayat</a:t>
            </a:r>
            <a:endParaRPr lang="en-NL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6648B-A281-7BBD-E281-A03B3EE58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9191" y="4431107"/>
            <a:ext cx="3972865" cy="1344426"/>
          </a:xfrm>
        </p:spPr>
        <p:txBody>
          <a:bodyPr anchor="t">
            <a:normAutofit/>
          </a:bodyPr>
          <a:lstStyle/>
          <a:p>
            <a:r>
              <a:rPr lang="en-US"/>
              <a:t>Marian Constantin Internship Project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FF33F-AB8F-A414-792D-8620F5BE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0"/>
          <a:stretch>
            <a:fillRect/>
          </a:stretch>
        </p:blipFill>
        <p:spPr>
          <a:xfrm>
            <a:off x="20" y="609600"/>
            <a:ext cx="6778327" cy="568832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48400"/>
            <a:ext cx="6778350" cy="490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6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FE64E-3C34-E466-5ADD-51080287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 err="1"/>
              <a:t>Nahayat</a:t>
            </a:r>
            <a:r>
              <a:rPr lang="en-US" dirty="0"/>
              <a:t> as a company</a:t>
            </a:r>
            <a:endParaRPr lang="en-N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E93E7-805C-08F4-68E2-75EDB736F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NL" dirty="0" err="1"/>
              <a:t>Nahayat</a:t>
            </a:r>
            <a:r>
              <a:rPr lang="en-NL" dirty="0"/>
              <a:t> is an AI consultancy in </a:t>
            </a:r>
            <a:r>
              <a:rPr lang="en-NL" dirty="0" err="1"/>
              <a:t>Oisterwijk</a:t>
            </a:r>
            <a:r>
              <a:rPr lang="en-NL" dirty="0"/>
              <a:t>, founded by Robin Damen, focused on practical AI for SMBs. Besides giving advise, we build and run the agents ourselves, using open-source components so clients keep control over cost and stack, with no vendor lock-in. We host everything through our sister company Virtual Computing's Dutch </a:t>
            </a:r>
            <a:r>
              <a:rPr lang="en-NL" dirty="0" err="1"/>
              <a:t>datacenters</a:t>
            </a:r>
            <a:r>
              <a:rPr lang="en-NL" dirty="0"/>
              <a:t> which matters especially with regards to the AVG/GDPR and EU AI act. 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A7EB03A-D193-72F9-4FA3-DE4024946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7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DECBD-8B02-C94B-264D-0645F873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Goal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A32744-234D-E7F0-4E08-4D4B995B88BC}"/>
              </a:ext>
            </a:extLst>
          </p:cNvPr>
          <p:cNvSpPr txBox="1"/>
          <p:nvPr/>
        </p:nvSpPr>
        <p:spPr>
          <a:xfrm>
            <a:off x="640080" y="2633236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/>
              <a:t>Investigate whether </a:t>
            </a:r>
            <a:r>
              <a:rPr lang="en-US" b="1" dirty="0"/>
              <a:t>self-hosted LLMs can replace or complement cloud-based LLM APIs</a:t>
            </a:r>
            <a:r>
              <a:rPr lang="en-US" dirty="0"/>
              <a:t> within </a:t>
            </a:r>
            <a:r>
              <a:rPr lang="en-US" dirty="0" err="1"/>
              <a:t>Nahayat’s</a:t>
            </a:r>
            <a:r>
              <a:rPr lang="en-US" dirty="0"/>
              <a:t> AI ecosystem.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i="1" dirty="0"/>
              <a:t>The project focuses on four use-case categories:</a:t>
            </a: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/>
              <a:t>Chat / conversational tasks</a:t>
            </a:r>
            <a:endParaRPr lang="en-US" dirty="0"/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/>
              <a:t>RAG</a:t>
            </a:r>
            <a:endParaRPr lang="en-US" dirty="0"/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/>
              <a:t>Classification / smaller LLM tasks</a:t>
            </a:r>
            <a:endParaRPr lang="en-US" dirty="0"/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/>
              <a:t>Agentic tool use / MCP</a:t>
            </a:r>
            <a:endParaRPr lang="en-US" dirty="0"/>
          </a:p>
        </p:txBody>
      </p:sp>
      <p:pic>
        <p:nvPicPr>
          <p:cNvPr id="15" name="Graphic 14" descr="Cloud Computing">
            <a:extLst>
              <a:ext uri="{FF2B5EF4-FFF2-40B4-BE49-F238E27FC236}">
                <a16:creationId xmlns:a16="http://schemas.microsoft.com/office/drawing/2014/main" id="{F76CAE97-3095-D7EC-1A78-1069D21BB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9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E2BA6-8AC5-F479-3A5A-BDF0226B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Assignment</a:t>
            </a:r>
            <a:endParaRPr lang="en-N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EE61-F9B0-13F6-9675-61DD8890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dirty="0"/>
              <a:t>The scope of this project is to investigate the technical viability of running Large Language Models (LLMs) locally on hardware provided by </a:t>
            </a:r>
            <a:r>
              <a:rPr lang="en-NL" dirty="0" err="1"/>
              <a:t>Nahayat</a:t>
            </a:r>
            <a:r>
              <a:rPr lang="en-NL" dirty="0"/>
              <a:t>. The project will focus on researching, testing, and benchmarking different LLMs to determine their suitability for different AI-related use cases within the company. </a:t>
            </a: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BEC4B913-AA99-5D06-C9F4-28D9FCFDF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6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470D6-F88A-FA57-DF6C-110F92B9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Research-Questions</a:t>
            </a:r>
            <a:endParaRPr lang="en-NL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7560-114B-6ABE-5467-2A20BDC55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2" y="3757947"/>
            <a:ext cx="5737859" cy="254226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100" dirty="0"/>
              <a:t>Which models, at which hardware levels, run acceptably? 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How does output quality compare to current commercial SOTA models, for different use cases? 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What are limitations? Tool calling reliability, context length, speed of token output?  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Which use cases are viable locally, to what extend? 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What are the estimated costs of operating a viable local LLM solution compared with continuing to use commercial LLM services for the selected use cases? 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If the technical results demonstrate sufficient viability, what hardware investment would be required for a local LLM solution, and under what usage and cost conditions could this investment be financially justified?</a:t>
            </a:r>
            <a:endParaRPr lang="en-NL" sz="1100" dirty="0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020E2C4C-905C-6BE3-EA07-836486D93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653942-0847-8F62-243C-0A4D34907BD8}"/>
              </a:ext>
            </a:extLst>
          </p:cNvPr>
          <p:cNvSpPr txBox="1"/>
          <p:nvPr/>
        </p:nvSpPr>
        <p:spPr>
          <a:xfrm>
            <a:off x="981710" y="2320069"/>
            <a:ext cx="5191760" cy="1282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To what extent can locally-hosted open-source LLMs, on limited hardware, be used for chat, retrieval, classification, and agentic tool-use, and when would hardware investment be justified? </a:t>
            </a:r>
          </a:p>
        </p:txBody>
      </p:sp>
    </p:spTree>
    <p:extLst>
      <p:ext uri="{BB962C8B-B14F-4D97-AF65-F5344CB8AC3E}">
        <p14:creationId xmlns:p14="http://schemas.microsoft.com/office/powerpoint/2010/main" val="405058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5FEB7-7F0E-8DC3-E027-544E7D7F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US" sz="3400" b="0"/>
              <a:t>D</a:t>
            </a:r>
            <a:r>
              <a:rPr lang="en-NL" sz="3400" b="0"/>
              <a:t>eliverables</a:t>
            </a:r>
            <a:endParaRPr lang="en-NL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82E3B5-C767-9964-8C25-C93CD3ED2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513951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560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1F0E5-3B05-2F7D-BAF7-CE3B8B16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 dirty="0"/>
              <a:t>Timeline	</a:t>
            </a:r>
            <a:endParaRPr lang="en-NL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CC3653C-0871-D846-617E-4798EA07F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2350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208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8C3F8-DA0C-FAE4-A914-69C69EBE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F2E830B8-BED2-143D-C536-C576F079E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5CADE-2C25-3FAC-E56B-8A66F1BF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Accept">
            <a:extLst>
              <a:ext uri="{FF2B5EF4-FFF2-40B4-BE49-F238E27FC236}">
                <a16:creationId xmlns:a16="http://schemas.microsoft.com/office/drawing/2014/main" id="{229256A6-0B0B-10B3-01A2-659051505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3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473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Nahayat</vt:lpstr>
      <vt:lpstr>Nahayat as a company</vt:lpstr>
      <vt:lpstr>Goal</vt:lpstr>
      <vt:lpstr>Assignment</vt:lpstr>
      <vt:lpstr>Research-Questions</vt:lpstr>
      <vt:lpstr>Deliverables</vt:lpstr>
      <vt:lpstr>Timeline 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Constantin,Metin M.</dc:creator>
  <cp:lastModifiedBy>Constantin,Metin M.</cp:lastModifiedBy>
  <cp:revision>1</cp:revision>
  <dcterms:created xsi:type="dcterms:W3CDTF">2026-09-28T21:11:41Z</dcterms:created>
  <dcterms:modified xsi:type="dcterms:W3CDTF">2026-09-28T21:35:13Z</dcterms:modified>
</cp:coreProperties>
</file>